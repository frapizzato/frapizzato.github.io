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handoutMasterIdLst>
    <p:handoutMasterId r:id="rId7"/>
  </p:handoutMasterIdLst>
  <p:sldIdLst>
    <p:sldId id="260" r:id="rId5"/>
  </p:sldIdLst>
  <p:sldSz cx="21388388" cy="30275213"/>
  <p:notesSz cx="6858000" cy="9144000"/>
  <p:defaultTextStyle>
    <a:defPPr>
      <a:defRPr lang="en-US"/>
    </a:defPPr>
    <a:lvl1pPr marL="0" algn="l" defTabSz="1476070" rtl="0" eaLnBrk="1" latinLnBrk="0" hangingPunct="1">
      <a:defRPr sz="5800" kern="1200">
        <a:solidFill>
          <a:schemeClr val="tx1"/>
        </a:solidFill>
        <a:latin typeface="+mn-lt"/>
        <a:ea typeface="+mn-ea"/>
        <a:cs typeface="+mn-cs"/>
      </a:defRPr>
    </a:lvl1pPr>
    <a:lvl2pPr marL="1476070" algn="l" defTabSz="1476070" rtl="0" eaLnBrk="1" latinLnBrk="0" hangingPunct="1">
      <a:defRPr sz="5800" kern="1200">
        <a:solidFill>
          <a:schemeClr val="tx1"/>
        </a:solidFill>
        <a:latin typeface="+mn-lt"/>
        <a:ea typeface="+mn-ea"/>
        <a:cs typeface="+mn-cs"/>
      </a:defRPr>
    </a:lvl2pPr>
    <a:lvl3pPr marL="2952140" algn="l" defTabSz="1476070" rtl="0" eaLnBrk="1" latinLnBrk="0" hangingPunct="1">
      <a:defRPr sz="5800" kern="1200">
        <a:solidFill>
          <a:schemeClr val="tx1"/>
        </a:solidFill>
        <a:latin typeface="+mn-lt"/>
        <a:ea typeface="+mn-ea"/>
        <a:cs typeface="+mn-cs"/>
      </a:defRPr>
    </a:lvl3pPr>
    <a:lvl4pPr marL="4428211" algn="l" defTabSz="1476070" rtl="0" eaLnBrk="1" latinLnBrk="0" hangingPunct="1">
      <a:defRPr sz="5800" kern="1200">
        <a:solidFill>
          <a:schemeClr val="tx1"/>
        </a:solidFill>
        <a:latin typeface="+mn-lt"/>
        <a:ea typeface="+mn-ea"/>
        <a:cs typeface="+mn-cs"/>
      </a:defRPr>
    </a:lvl4pPr>
    <a:lvl5pPr marL="5904281" algn="l" defTabSz="1476070" rtl="0" eaLnBrk="1" latinLnBrk="0" hangingPunct="1">
      <a:defRPr sz="5800" kern="1200">
        <a:solidFill>
          <a:schemeClr val="tx1"/>
        </a:solidFill>
        <a:latin typeface="+mn-lt"/>
        <a:ea typeface="+mn-ea"/>
        <a:cs typeface="+mn-cs"/>
      </a:defRPr>
    </a:lvl5pPr>
    <a:lvl6pPr marL="7380351" algn="l" defTabSz="1476070" rtl="0" eaLnBrk="1" latinLnBrk="0" hangingPunct="1">
      <a:defRPr sz="5800" kern="1200">
        <a:solidFill>
          <a:schemeClr val="tx1"/>
        </a:solidFill>
        <a:latin typeface="+mn-lt"/>
        <a:ea typeface="+mn-ea"/>
        <a:cs typeface="+mn-cs"/>
      </a:defRPr>
    </a:lvl6pPr>
    <a:lvl7pPr marL="8856421" algn="l" defTabSz="1476070" rtl="0" eaLnBrk="1" latinLnBrk="0" hangingPunct="1">
      <a:defRPr sz="5800" kern="1200">
        <a:solidFill>
          <a:schemeClr val="tx1"/>
        </a:solidFill>
        <a:latin typeface="+mn-lt"/>
        <a:ea typeface="+mn-ea"/>
        <a:cs typeface="+mn-cs"/>
      </a:defRPr>
    </a:lvl7pPr>
    <a:lvl8pPr marL="10332491" algn="l" defTabSz="1476070" rtl="0" eaLnBrk="1" latinLnBrk="0" hangingPunct="1">
      <a:defRPr sz="5800" kern="1200">
        <a:solidFill>
          <a:schemeClr val="tx1"/>
        </a:solidFill>
        <a:latin typeface="+mn-lt"/>
        <a:ea typeface="+mn-ea"/>
        <a:cs typeface="+mn-cs"/>
      </a:defRPr>
    </a:lvl8pPr>
    <a:lvl9pPr marL="11808562" algn="l" defTabSz="1476070" rtl="0" eaLnBrk="1" latinLnBrk="0" hangingPunct="1">
      <a:defRPr sz="5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36">
          <p15:clr>
            <a:srgbClr val="A4A3A4"/>
          </p15:clr>
        </p15:guide>
        <p15:guide id="2" pos="673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7B00"/>
    <a:srgbClr val="0E2250"/>
    <a:srgbClr val="002B49"/>
    <a:srgbClr val="DA502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C1365D-CF02-4B46-8736-5EABA0D18761}" v="8" dt="2025-09-26T15:32:04.406"/>
    <p1510:client id="{C6121229-FF8A-19BB-6030-ABB83194426D}" v="788" dt="2025-09-26T17:18:22.4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9536"/>
        <p:guide pos="6737"/>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e  Bringhenti" userId="7cbb304c-4a88-40fd-957a-1d3278563ad1" providerId="ADAL" clId="{A240A503-50D0-4144-A86B-92CF87276A43}"/>
    <pc:docChg chg="custSel modSld">
      <pc:chgData name="Daniele  Bringhenti" userId="7cbb304c-4a88-40fd-957a-1d3278563ad1" providerId="ADAL" clId="{A240A503-50D0-4144-A86B-92CF87276A43}" dt="2025-09-24T07:30:56.542" v="22" actId="1076"/>
      <pc:docMkLst>
        <pc:docMk/>
      </pc:docMkLst>
      <pc:sldChg chg="delSp modSp mod">
        <pc:chgData name="Daniele  Bringhenti" userId="7cbb304c-4a88-40fd-957a-1d3278563ad1" providerId="ADAL" clId="{A240A503-50D0-4144-A86B-92CF87276A43}" dt="2025-09-24T07:30:56.542" v="22" actId="1076"/>
        <pc:sldMkLst>
          <pc:docMk/>
          <pc:sldMk cId="1690194370" sldId="260"/>
        </pc:sldMkLst>
        <pc:picChg chg="mod">
          <ac:chgData name="Daniele  Bringhenti" userId="7cbb304c-4a88-40fd-957a-1d3278563ad1" providerId="ADAL" clId="{A240A503-50D0-4144-A86B-92CF87276A43}" dt="2025-09-24T07:30:56.542" v="22" actId="1076"/>
          <ac:picMkLst>
            <pc:docMk/>
            <pc:sldMk cId="1690194370" sldId="260"/>
            <ac:picMk id="11" creationId="{8B5E28C7-9A53-0B2F-C6DA-04A1F85CB2A4}"/>
          </ac:picMkLst>
        </pc:picChg>
      </pc:sldChg>
    </pc:docChg>
  </pc:docChgLst>
  <pc:docChgLst>
    <pc:chgData name="Francesco  Pizzato" userId="S::francesco.pizzato@polito.it::cce99b2e-d628-4a5a-aa37-143780a53bd4" providerId="AD" clId="Web-{C40AA048-AC77-BB8C-CF2E-124473456CA0}"/>
    <pc:docChg chg="modSld">
      <pc:chgData name="Francesco  Pizzato" userId="S::francesco.pizzato@polito.it::cce99b2e-d628-4a5a-aa37-143780a53bd4" providerId="AD" clId="Web-{C40AA048-AC77-BB8C-CF2E-124473456CA0}" dt="2025-09-23T15:39:29.010" v="1490" actId="1076"/>
      <pc:docMkLst>
        <pc:docMk/>
      </pc:docMkLst>
      <pc:sldChg chg="addSp modSp">
        <pc:chgData name="Francesco  Pizzato" userId="S::francesco.pizzato@polito.it::cce99b2e-d628-4a5a-aa37-143780a53bd4" providerId="AD" clId="Web-{C40AA048-AC77-BB8C-CF2E-124473456CA0}" dt="2025-09-23T15:39:29.010" v="1490" actId="1076"/>
        <pc:sldMkLst>
          <pc:docMk/>
          <pc:sldMk cId="1690194370" sldId="260"/>
        </pc:sldMkLst>
        <pc:spChg chg="mod">
          <ac:chgData name="Francesco  Pizzato" userId="S::francesco.pizzato@polito.it::cce99b2e-d628-4a5a-aa37-143780a53bd4" providerId="AD" clId="Web-{C40AA048-AC77-BB8C-CF2E-124473456CA0}" dt="2025-09-23T15:34:49.893" v="1459" actId="20577"/>
          <ac:spMkLst>
            <pc:docMk/>
            <pc:sldMk cId="1690194370" sldId="260"/>
            <ac:spMk id="3" creationId="{00000000-0000-0000-0000-000000000000}"/>
          </ac:spMkLst>
        </pc:spChg>
        <pc:spChg chg="mod">
          <ac:chgData name="Francesco  Pizzato" userId="S::francesco.pizzato@polito.it::cce99b2e-d628-4a5a-aa37-143780a53bd4" providerId="AD" clId="Web-{C40AA048-AC77-BB8C-CF2E-124473456CA0}" dt="2025-09-23T15:38:47.492" v="1479" actId="20577"/>
          <ac:spMkLst>
            <pc:docMk/>
            <pc:sldMk cId="1690194370" sldId="260"/>
            <ac:spMk id="7" creationId="{00000000-0000-0000-0000-000000000000}"/>
          </ac:spMkLst>
        </pc:spChg>
        <pc:picChg chg="add mod">
          <ac:chgData name="Francesco  Pizzato" userId="S::francesco.pizzato@polito.it::cce99b2e-d628-4a5a-aa37-143780a53bd4" providerId="AD" clId="Web-{C40AA048-AC77-BB8C-CF2E-124473456CA0}" dt="2025-09-23T15:39:29.010" v="1490" actId="1076"/>
          <ac:picMkLst>
            <pc:docMk/>
            <pc:sldMk cId="1690194370" sldId="260"/>
            <ac:picMk id="11" creationId="{8B5E28C7-9A53-0B2F-C6DA-04A1F85CB2A4}"/>
          </ac:picMkLst>
        </pc:picChg>
        <pc:picChg chg="add mod modCrop">
          <ac:chgData name="Francesco  Pizzato" userId="S::francesco.pizzato@polito.it::cce99b2e-d628-4a5a-aa37-143780a53bd4" providerId="AD" clId="Web-{C40AA048-AC77-BB8C-CF2E-124473456CA0}" dt="2025-09-23T15:39:28.573" v="1488" actId="1076"/>
          <ac:picMkLst>
            <pc:docMk/>
            <pc:sldMk cId="1690194370" sldId="260"/>
            <ac:picMk id="12" creationId="{19369233-A043-8E46-E9F7-BC24B569F08C}"/>
          </ac:picMkLst>
        </pc:picChg>
      </pc:sldChg>
    </pc:docChg>
  </pc:docChgLst>
  <pc:docChgLst>
    <pc:chgData name="Francesco  Pizzato" userId="S::francesco.pizzato@polito.it::cce99b2e-d628-4a5a-aa37-143780a53bd4" providerId="AD" clId="Web-{02D89329-CA57-4C66-8AA6-D5D99A2722E9}"/>
    <pc:docChg chg="modSld">
      <pc:chgData name="Francesco  Pizzato" userId="S::francesco.pizzato@polito.it::cce99b2e-d628-4a5a-aa37-143780a53bd4" providerId="AD" clId="Web-{02D89329-CA57-4C66-8AA6-D5D99A2722E9}" dt="2025-09-23T15:47:09.696" v="8" actId="1076"/>
      <pc:docMkLst>
        <pc:docMk/>
      </pc:docMkLst>
      <pc:sldChg chg="addSp modSp">
        <pc:chgData name="Francesco  Pizzato" userId="S::francesco.pizzato@polito.it::cce99b2e-d628-4a5a-aa37-143780a53bd4" providerId="AD" clId="Web-{02D89329-CA57-4C66-8AA6-D5D99A2722E9}" dt="2025-09-23T15:47:09.696" v="8" actId="1076"/>
        <pc:sldMkLst>
          <pc:docMk/>
          <pc:sldMk cId="1690194370" sldId="260"/>
        </pc:sldMkLst>
        <pc:picChg chg="mod">
          <ac:chgData name="Francesco  Pizzato" userId="S::francesco.pizzato@polito.it::cce99b2e-d628-4a5a-aa37-143780a53bd4" providerId="AD" clId="Web-{02D89329-CA57-4C66-8AA6-D5D99A2722E9}" dt="2025-09-23T15:45:03.238" v="7" actId="1076"/>
          <ac:picMkLst>
            <pc:docMk/>
            <pc:sldMk cId="1690194370" sldId="260"/>
            <ac:picMk id="11" creationId="{8B5E28C7-9A53-0B2F-C6DA-04A1F85CB2A4}"/>
          </ac:picMkLst>
        </pc:picChg>
        <pc:picChg chg="mod">
          <ac:chgData name="Francesco  Pizzato" userId="S::francesco.pizzato@polito.it::cce99b2e-d628-4a5a-aa37-143780a53bd4" providerId="AD" clId="Web-{02D89329-CA57-4C66-8AA6-D5D99A2722E9}" dt="2025-09-23T15:44:58.363" v="4" actId="1076"/>
          <ac:picMkLst>
            <pc:docMk/>
            <pc:sldMk cId="1690194370" sldId="260"/>
            <ac:picMk id="12" creationId="{19369233-A043-8E46-E9F7-BC24B569F08C}"/>
          </ac:picMkLst>
        </pc:picChg>
      </pc:sldChg>
    </pc:docChg>
  </pc:docChgLst>
  <pc:docChgLst>
    <pc:chgData name="Francesco  Pizzato" userId="S::francesco.pizzato@polito.it::cce99b2e-d628-4a5a-aa37-143780a53bd4" providerId="AD" clId="Web-{EDA0BF7F-6AA2-4BBB-A034-9573288C2D84}"/>
    <pc:docChg chg="modSld">
      <pc:chgData name="Francesco  Pizzato" userId="S::francesco.pizzato@polito.it::cce99b2e-d628-4a5a-aa37-143780a53bd4" providerId="AD" clId="Web-{EDA0BF7F-6AA2-4BBB-A034-9573288C2D84}" dt="2025-09-18T13:13:06.691" v="94" actId="20577"/>
      <pc:docMkLst>
        <pc:docMk/>
      </pc:docMkLst>
      <pc:sldChg chg="addSp delSp modSp">
        <pc:chgData name="Francesco  Pizzato" userId="S::francesco.pizzato@polito.it::cce99b2e-d628-4a5a-aa37-143780a53bd4" providerId="AD" clId="Web-{EDA0BF7F-6AA2-4BBB-A034-9573288C2D84}" dt="2025-09-18T13:13:06.691" v="94" actId="20577"/>
        <pc:sldMkLst>
          <pc:docMk/>
          <pc:sldMk cId="1690194370" sldId="260"/>
        </pc:sldMkLst>
        <pc:spChg chg="mod">
          <ac:chgData name="Francesco  Pizzato" userId="S::francesco.pizzato@polito.it::cce99b2e-d628-4a5a-aa37-143780a53bd4" providerId="AD" clId="Web-{EDA0BF7F-6AA2-4BBB-A034-9573288C2D84}" dt="2025-09-18T12:46:14.593" v="37" actId="20577"/>
          <ac:spMkLst>
            <pc:docMk/>
            <pc:sldMk cId="1690194370" sldId="260"/>
            <ac:spMk id="2" creationId="{00000000-0000-0000-0000-000000000000}"/>
          </ac:spMkLst>
        </pc:spChg>
        <pc:spChg chg="mod">
          <ac:chgData name="Francesco  Pizzato" userId="S::francesco.pizzato@polito.it::cce99b2e-d628-4a5a-aa37-143780a53bd4" providerId="AD" clId="Web-{EDA0BF7F-6AA2-4BBB-A034-9573288C2D84}" dt="2025-09-18T12:47:29.987" v="54" actId="20577"/>
          <ac:spMkLst>
            <pc:docMk/>
            <pc:sldMk cId="1690194370" sldId="260"/>
            <ac:spMk id="4" creationId="{256DAE19-96F8-E5AB-1B99-FBF33A47609B}"/>
          </ac:spMkLst>
        </pc:spChg>
        <pc:spChg chg="mod">
          <ac:chgData name="Francesco  Pizzato" userId="S::francesco.pizzato@polito.it::cce99b2e-d628-4a5a-aa37-143780a53bd4" providerId="AD" clId="Web-{EDA0BF7F-6AA2-4BBB-A034-9573288C2D84}" dt="2025-09-18T13:11:22.968" v="64" actId="20577"/>
          <ac:spMkLst>
            <pc:docMk/>
            <pc:sldMk cId="1690194370" sldId="260"/>
            <ac:spMk id="5" creationId="{B8BCAF1A-5FE3-7D39-482A-D0F3F857FD17}"/>
          </ac:spMkLst>
        </pc:spChg>
        <pc:spChg chg="mod">
          <ac:chgData name="Francesco  Pizzato" userId="S::francesco.pizzato@polito.it::cce99b2e-d628-4a5a-aa37-143780a53bd4" providerId="AD" clId="Web-{EDA0BF7F-6AA2-4BBB-A034-9573288C2D84}" dt="2025-09-18T13:13:06.691" v="94" actId="20577"/>
          <ac:spMkLst>
            <pc:docMk/>
            <pc:sldMk cId="1690194370" sldId="260"/>
            <ac:spMk id="6" creationId="{00000000-0000-0000-0000-000000000000}"/>
          </ac:spMkLst>
        </pc:spChg>
        <pc:spChg chg="mod">
          <ac:chgData name="Francesco  Pizzato" userId="S::francesco.pizzato@polito.it::cce99b2e-d628-4a5a-aa37-143780a53bd4" providerId="AD" clId="Web-{EDA0BF7F-6AA2-4BBB-A034-9573288C2D84}" dt="2025-09-18T13:12:16.751" v="87" actId="20577"/>
          <ac:spMkLst>
            <pc:docMk/>
            <pc:sldMk cId="1690194370" sldId="260"/>
            <ac:spMk id="9" creationId="{BD17DB9C-096F-2480-5CFD-90606397AEB1}"/>
          </ac:spMkLst>
        </pc:spChg>
      </pc:sldChg>
    </pc:docChg>
  </pc:docChgLst>
  <pc:docChgLst>
    <pc:chgData name="Francesco  Pizzato" userId="S::francesco.pizzato@polito.it::cce99b2e-d628-4a5a-aa37-143780a53bd4" providerId="AD" clId="Web-{080C0279-8032-0FDC-7918-6950BBF3ED7F}"/>
    <pc:docChg chg="modSld">
      <pc:chgData name="Francesco  Pizzato" userId="S::francesco.pizzato@polito.it::cce99b2e-d628-4a5a-aa37-143780a53bd4" providerId="AD" clId="Web-{080C0279-8032-0FDC-7918-6950BBF3ED7F}" dt="2025-09-24T08:15:24.472" v="564" actId="20577"/>
      <pc:docMkLst>
        <pc:docMk/>
      </pc:docMkLst>
      <pc:sldChg chg="modSp">
        <pc:chgData name="Francesco  Pizzato" userId="S::francesco.pizzato@polito.it::cce99b2e-d628-4a5a-aa37-143780a53bd4" providerId="AD" clId="Web-{080C0279-8032-0FDC-7918-6950BBF3ED7F}" dt="2025-09-24T08:15:24.472" v="564" actId="20577"/>
        <pc:sldMkLst>
          <pc:docMk/>
          <pc:sldMk cId="1690194370" sldId="260"/>
        </pc:sldMkLst>
        <pc:spChg chg="ord">
          <ac:chgData name="Francesco  Pizzato" userId="S::francesco.pizzato@polito.it::cce99b2e-d628-4a5a-aa37-143780a53bd4" providerId="AD" clId="Web-{080C0279-8032-0FDC-7918-6950BBF3ED7F}" dt="2025-09-24T08:02:04.081" v="2"/>
          <ac:spMkLst>
            <pc:docMk/>
            <pc:sldMk cId="1690194370" sldId="260"/>
            <ac:spMk id="4" creationId="{256DAE19-96F8-E5AB-1B99-FBF33A47609B}"/>
          </ac:spMkLst>
        </pc:spChg>
        <pc:spChg chg="mod">
          <ac:chgData name="Francesco  Pizzato" userId="S::francesco.pizzato@polito.it::cce99b2e-d628-4a5a-aa37-143780a53bd4" providerId="AD" clId="Web-{080C0279-8032-0FDC-7918-6950BBF3ED7F}" dt="2025-09-24T08:15:24.472" v="564" actId="20577"/>
          <ac:spMkLst>
            <pc:docMk/>
            <pc:sldMk cId="1690194370" sldId="260"/>
            <ac:spMk id="7" creationId="{00000000-0000-0000-0000-000000000000}"/>
          </ac:spMkLst>
        </pc:spChg>
        <pc:spChg chg="ord">
          <ac:chgData name="Francesco  Pizzato" userId="S::francesco.pizzato@polito.it::cce99b2e-d628-4a5a-aa37-143780a53bd4" providerId="AD" clId="Web-{080C0279-8032-0FDC-7918-6950BBF3ED7F}" dt="2025-09-24T08:02:03.269" v="0"/>
          <ac:spMkLst>
            <pc:docMk/>
            <pc:sldMk cId="1690194370" sldId="260"/>
            <ac:spMk id="8" creationId="{D8FA836D-38BA-C1E3-82BF-0F4AF0F2DD9A}"/>
          </ac:spMkLst>
        </pc:spChg>
        <pc:spChg chg="ord">
          <ac:chgData name="Francesco  Pizzato" userId="S::francesco.pizzato@polito.it::cce99b2e-d628-4a5a-aa37-143780a53bd4" providerId="AD" clId="Web-{080C0279-8032-0FDC-7918-6950BBF3ED7F}" dt="2025-09-24T08:02:03.659" v="1"/>
          <ac:spMkLst>
            <pc:docMk/>
            <pc:sldMk cId="1690194370" sldId="260"/>
            <ac:spMk id="9" creationId="{BD17DB9C-096F-2480-5CFD-90606397AEB1}"/>
          </ac:spMkLst>
        </pc:spChg>
        <pc:picChg chg="mod">
          <ac:chgData name="Francesco  Pizzato" userId="S::francesco.pizzato@polito.it::cce99b2e-d628-4a5a-aa37-143780a53bd4" providerId="AD" clId="Web-{080C0279-8032-0FDC-7918-6950BBF3ED7F}" dt="2025-09-24T08:11:44.747" v="317" actId="1076"/>
          <ac:picMkLst>
            <pc:docMk/>
            <pc:sldMk cId="1690194370" sldId="260"/>
            <ac:picMk id="11" creationId="{8B5E28C7-9A53-0B2F-C6DA-04A1F85CB2A4}"/>
          </ac:picMkLst>
        </pc:picChg>
        <pc:picChg chg="mod modCrop">
          <ac:chgData name="Francesco  Pizzato" userId="S::francesco.pizzato@polito.it::cce99b2e-d628-4a5a-aa37-143780a53bd4" providerId="AD" clId="Web-{080C0279-8032-0FDC-7918-6950BBF3ED7F}" dt="2025-09-24T08:12:11.528" v="328" actId="1076"/>
          <ac:picMkLst>
            <pc:docMk/>
            <pc:sldMk cId="1690194370" sldId="260"/>
            <ac:picMk id="12" creationId="{19369233-A043-8E46-E9F7-BC24B569F08C}"/>
          </ac:picMkLst>
        </pc:picChg>
      </pc:sldChg>
    </pc:docChg>
  </pc:docChgLst>
  <pc:docChgLst>
    <pc:chgData name="Francesco  Pizzato" userId="S::francesco.pizzato@polito.it::cce99b2e-d628-4a5a-aa37-143780a53bd4" providerId="AD" clId="Web-{26E919EC-20E4-C270-2B91-19F4D51BE673}"/>
    <pc:docChg chg="modSld">
      <pc:chgData name="Francesco  Pizzato" userId="S::francesco.pizzato@polito.it::cce99b2e-d628-4a5a-aa37-143780a53bd4" providerId="AD" clId="Web-{26E919EC-20E4-C270-2B91-19F4D51BE673}" dt="2025-09-23T14:18:10.248" v="276" actId="20577"/>
      <pc:docMkLst>
        <pc:docMk/>
      </pc:docMkLst>
      <pc:sldChg chg="modSp">
        <pc:chgData name="Francesco  Pizzato" userId="S::francesco.pizzato@polito.it::cce99b2e-d628-4a5a-aa37-143780a53bd4" providerId="AD" clId="Web-{26E919EC-20E4-C270-2B91-19F4D51BE673}" dt="2025-09-23T14:18:10.248" v="276" actId="20577"/>
        <pc:sldMkLst>
          <pc:docMk/>
          <pc:sldMk cId="1690194370" sldId="260"/>
        </pc:sldMkLst>
        <pc:spChg chg="mod">
          <ac:chgData name="Francesco  Pizzato" userId="S::francesco.pizzato@polito.it::cce99b2e-d628-4a5a-aa37-143780a53bd4" providerId="AD" clId="Web-{26E919EC-20E4-C270-2B91-19F4D51BE673}" dt="2025-09-23T14:18:10.248" v="276" actId="20577"/>
          <ac:spMkLst>
            <pc:docMk/>
            <pc:sldMk cId="1690194370" sldId="260"/>
            <ac:spMk id="3" creationId="{00000000-0000-0000-0000-000000000000}"/>
          </ac:spMkLst>
        </pc:spChg>
      </pc:sldChg>
    </pc:docChg>
  </pc:docChgLst>
  <pc:docChgLst>
    <pc:chgData name="Francesco  Pizzato" userId="S::francesco.pizzato@polito.it::cce99b2e-d628-4a5a-aa37-143780a53bd4" providerId="AD" clId="Web-{C6121229-FF8A-19BB-6030-ABB83194426D}"/>
    <pc:docChg chg="modSld">
      <pc:chgData name="Francesco  Pizzato" userId="S::francesco.pizzato@polito.it::cce99b2e-d628-4a5a-aa37-143780a53bd4" providerId="AD" clId="Web-{C6121229-FF8A-19BB-6030-ABB83194426D}" dt="2025-09-26T17:18:22.404" v="783" actId="1076"/>
      <pc:docMkLst>
        <pc:docMk/>
      </pc:docMkLst>
      <pc:sldChg chg="addSp delSp modSp">
        <pc:chgData name="Francesco  Pizzato" userId="S::francesco.pizzato@polito.it::cce99b2e-d628-4a5a-aa37-143780a53bd4" providerId="AD" clId="Web-{C6121229-FF8A-19BB-6030-ABB83194426D}" dt="2025-09-26T17:18:22.404" v="783" actId="1076"/>
        <pc:sldMkLst>
          <pc:docMk/>
          <pc:sldMk cId="1690194370" sldId="260"/>
        </pc:sldMkLst>
        <pc:spChg chg="mod">
          <ac:chgData name="Francesco  Pizzato" userId="S::francesco.pizzato@polito.it::cce99b2e-d628-4a5a-aa37-143780a53bd4" providerId="AD" clId="Web-{C6121229-FF8A-19BB-6030-ABB83194426D}" dt="2025-09-26T17:18:16.810" v="782" actId="1076"/>
          <ac:spMkLst>
            <pc:docMk/>
            <pc:sldMk cId="1690194370" sldId="260"/>
            <ac:spMk id="3" creationId="{00000000-0000-0000-0000-000000000000}"/>
          </ac:spMkLst>
        </pc:spChg>
        <pc:spChg chg="mod">
          <ac:chgData name="Francesco  Pizzato" userId="S::francesco.pizzato@polito.it::cce99b2e-d628-4a5a-aa37-143780a53bd4" providerId="AD" clId="Web-{C6121229-FF8A-19BB-6030-ABB83194426D}" dt="2025-09-26T16:46:38.684" v="6" actId="1076"/>
          <ac:spMkLst>
            <pc:docMk/>
            <pc:sldMk cId="1690194370" sldId="260"/>
            <ac:spMk id="6" creationId="{00000000-0000-0000-0000-000000000000}"/>
          </ac:spMkLst>
        </pc:spChg>
        <pc:spChg chg="mod">
          <ac:chgData name="Francesco  Pizzato" userId="S::francesco.pizzato@polito.it::cce99b2e-d628-4a5a-aa37-143780a53bd4" providerId="AD" clId="Web-{C6121229-FF8A-19BB-6030-ABB83194426D}" dt="2025-09-26T17:18:22.404" v="783" actId="1076"/>
          <ac:spMkLst>
            <pc:docMk/>
            <pc:sldMk cId="1690194370" sldId="260"/>
            <ac:spMk id="7" creationId="{00000000-0000-0000-0000-000000000000}"/>
          </ac:spMkLst>
        </pc:spChg>
        <pc:spChg chg="add del">
          <ac:chgData name="Francesco  Pizzato" userId="S::francesco.pizzato@polito.it::cce99b2e-d628-4a5a-aa37-143780a53bd4" providerId="AD" clId="Web-{C6121229-FF8A-19BB-6030-ABB83194426D}" dt="2025-09-26T16:47:01.404" v="7"/>
          <ac:spMkLst>
            <pc:docMk/>
            <pc:sldMk cId="1690194370" sldId="260"/>
            <ac:spMk id="18" creationId="{524E831F-9105-9610-B14E-B741EF7F9CE3}"/>
          </ac:spMkLst>
        </pc:spChg>
        <pc:spChg chg="del">
          <ac:chgData name="Francesco  Pizzato" userId="S::francesco.pizzato@polito.it::cce99b2e-d628-4a5a-aa37-143780a53bd4" providerId="AD" clId="Web-{C6121229-FF8A-19BB-6030-ABB83194426D}" dt="2025-09-26T16:45:45.462" v="0"/>
          <ac:spMkLst>
            <pc:docMk/>
            <pc:sldMk cId="1690194370" sldId="260"/>
            <ac:spMk id="21" creationId="{DA65A5FB-017E-7C8B-6BA8-9771F77ED217}"/>
          </ac:spMkLst>
        </pc:spChg>
        <pc:picChg chg="mod">
          <ac:chgData name="Francesco  Pizzato" userId="S::francesco.pizzato@polito.it::cce99b2e-d628-4a5a-aa37-143780a53bd4" providerId="AD" clId="Web-{C6121229-FF8A-19BB-6030-ABB83194426D}" dt="2025-09-26T17:16:05.271" v="761" actId="1076"/>
          <ac:picMkLst>
            <pc:docMk/>
            <pc:sldMk cId="1690194370" sldId="260"/>
            <ac:picMk id="11" creationId="{8B5E28C7-9A53-0B2F-C6DA-04A1F85CB2A4}"/>
          </ac:picMkLst>
        </pc:picChg>
        <pc:picChg chg="mod modCrop">
          <ac:chgData name="Francesco  Pizzato" userId="S::francesco.pizzato@polito.it::cce99b2e-d628-4a5a-aa37-143780a53bd4" providerId="AD" clId="Web-{C6121229-FF8A-19BB-6030-ABB83194426D}" dt="2025-09-26T17:17:52.058" v="780" actId="1076"/>
          <ac:picMkLst>
            <pc:docMk/>
            <pc:sldMk cId="1690194370" sldId="260"/>
            <ac:picMk id="12" creationId="{19369233-A043-8E46-E9F7-BC24B569F08C}"/>
          </ac:picMkLst>
        </pc:picChg>
        <pc:picChg chg="mod">
          <ac:chgData name="Francesco  Pizzato" userId="S::francesco.pizzato@polito.it::cce99b2e-d628-4a5a-aa37-143780a53bd4" providerId="AD" clId="Web-{C6121229-FF8A-19BB-6030-ABB83194426D}" dt="2025-09-26T17:17:20.759" v="778" actId="1076"/>
          <ac:picMkLst>
            <pc:docMk/>
            <pc:sldMk cId="1690194370" sldId="260"/>
            <ac:picMk id="13" creationId="{7CE69C22-4FFE-33D4-1D7F-75C0DC0CA5A9}"/>
          </ac:picMkLst>
        </pc:picChg>
      </pc:sldChg>
    </pc:docChg>
  </pc:docChgLst>
  <pc:docChgLst>
    <pc:chgData name="Francesco  Pizzato" userId="S::francesco.pizzato@polito.it::cce99b2e-d628-4a5a-aa37-143780a53bd4" providerId="AD" clId="Web-{B5C1365D-CF02-4B46-8736-5EABA0D18761}"/>
    <pc:docChg chg="modSld">
      <pc:chgData name="Francesco  Pizzato" userId="S::francesco.pizzato@polito.it::cce99b2e-d628-4a5a-aa37-143780a53bd4" providerId="AD" clId="Web-{B5C1365D-CF02-4B46-8736-5EABA0D18761}" dt="2025-09-26T15:32:04.406" v="6" actId="1076"/>
      <pc:docMkLst>
        <pc:docMk/>
      </pc:docMkLst>
      <pc:sldChg chg="addSp delSp modSp">
        <pc:chgData name="Francesco  Pizzato" userId="S::francesco.pizzato@polito.it::cce99b2e-d628-4a5a-aa37-143780a53bd4" providerId="AD" clId="Web-{B5C1365D-CF02-4B46-8736-5EABA0D18761}" dt="2025-09-26T15:32:04.406" v="6" actId="1076"/>
        <pc:sldMkLst>
          <pc:docMk/>
          <pc:sldMk cId="1690194370" sldId="260"/>
        </pc:sldMkLst>
        <pc:picChg chg="add mod">
          <ac:chgData name="Francesco  Pizzato" userId="S::francesco.pizzato@polito.it::cce99b2e-d628-4a5a-aa37-143780a53bd4" providerId="AD" clId="Web-{B5C1365D-CF02-4B46-8736-5EABA0D18761}" dt="2025-09-26T15:32:04.406" v="6" actId="1076"/>
          <ac:picMkLst>
            <pc:docMk/>
            <pc:sldMk cId="1690194370" sldId="260"/>
            <ac:picMk id="13" creationId="{7CE69C22-4FFE-33D4-1D7F-75C0DC0CA5A9}"/>
          </ac:picMkLst>
        </pc:picChg>
        <pc:picChg chg="del">
          <ac:chgData name="Francesco  Pizzato" userId="S::francesco.pizzato@polito.it::cce99b2e-d628-4a5a-aa37-143780a53bd4" providerId="AD" clId="Web-{B5C1365D-CF02-4B46-8736-5EABA0D18761}" dt="2025-09-26T15:31:52.406" v="0"/>
          <ac:picMkLst>
            <pc:docMk/>
            <pc:sldMk cId="1690194370" sldId="260"/>
            <ac:picMk id="15" creationId="{47F6E264-99E4-EC9A-392C-46156CEA90CA}"/>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37B4213-2A1F-1E4E-9EDA-FB9E7C1C4871}" type="datetimeFigureOut">
              <a:rPr lang="en-US" smtClean="0"/>
              <a:t>9/26/2025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2F20EE2-F4F2-8247-A453-E083C9C39BF8}" type="slidenum">
              <a:rPr lang="en-US" smtClean="0"/>
              <a:t>‹#›</a:t>
            </a:fld>
            <a:endParaRPr lang="en-US"/>
          </a:p>
        </p:txBody>
      </p:sp>
    </p:spTree>
    <p:extLst>
      <p:ext uri="{BB962C8B-B14F-4D97-AF65-F5344CB8AC3E}">
        <p14:creationId xmlns:p14="http://schemas.microsoft.com/office/powerpoint/2010/main" val="42355738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6BF320F-2708-D849-8524-304301E019D1}" type="datetimeFigureOut">
              <a:rPr lang="en-US" smtClean="0"/>
              <a:t>9/26/2025</a:t>
            </a:fld>
            <a:endParaRPr lang="en-US"/>
          </a:p>
        </p:txBody>
      </p:sp>
      <p:sp>
        <p:nvSpPr>
          <p:cNvPr id="4" name="Slide Image Placeholder 3"/>
          <p:cNvSpPr>
            <a:spLocks noGrp="1" noRot="1" noChangeAspect="1"/>
          </p:cNvSpPr>
          <p:nvPr>
            <p:ph type="sldImg" idx="2"/>
          </p:nvPr>
        </p:nvSpPr>
        <p:spPr>
          <a:xfrm>
            <a:off x="2217738" y="685800"/>
            <a:ext cx="24225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C212EC6-FC40-3A49-8B40-0D8F04456F3F}" type="slidenum">
              <a:rPr lang="en-US" smtClean="0"/>
              <a:t>‹#›</a:t>
            </a:fld>
            <a:endParaRPr lang="en-US"/>
          </a:p>
        </p:txBody>
      </p:sp>
    </p:spTree>
    <p:extLst>
      <p:ext uri="{BB962C8B-B14F-4D97-AF65-F5344CB8AC3E}">
        <p14:creationId xmlns:p14="http://schemas.microsoft.com/office/powerpoint/2010/main" val="5586667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hD Poster">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069420" y="7717536"/>
            <a:ext cx="9293011" cy="21253302"/>
          </a:xfrm>
        </p:spPr>
        <p:txBody>
          <a:bodyPr lIns="0" tIns="54000" rIns="108000" bIns="54000" numCol="1" spcCol="0">
            <a:noAutofit/>
          </a:bodyPr>
          <a:lstStyle>
            <a:lvl1pPr marL="538163" indent="-538163">
              <a:buFont typeface="+mj-lt"/>
              <a:buAutoNum type="arabicPeriod"/>
              <a:tabLst/>
              <a:defRPr/>
            </a:lvl1pPr>
            <a:lvl2pPr>
              <a:defRPr>
                <a:solidFill>
                  <a:srgbClr val="002B49"/>
                </a:solidFill>
              </a:defRPr>
            </a:lvl2pPr>
            <a:lvl3pPr marL="920750" indent="-285750">
              <a:buFont typeface="Arial"/>
              <a:buChar char="•"/>
              <a:defRPr sz="2000">
                <a:solidFill>
                  <a:srgbClr val="002B49"/>
                </a:solidFill>
              </a:defRPr>
            </a:lvl3pPr>
            <a:lvl4pPr>
              <a:defRPr>
                <a:solidFill>
                  <a:srgbClr val="002B49"/>
                </a:solidFill>
              </a:defRPr>
            </a:lvl4pPr>
            <a:lvl5pPr>
              <a:defRPr>
                <a:solidFill>
                  <a:srgbClr val="002B49"/>
                </a:solidFill>
              </a:defRPr>
            </a:lvl5pPr>
          </a:lstStyle>
          <a:p>
            <a:pPr lvl="0"/>
            <a:r>
              <a:rPr lang="it-IT" err="1"/>
              <a:t>Heading</a:t>
            </a:r>
            <a:endParaRPr lang="it-IT"/>
          </a:p>
          <a:p>
            <a:pPr lvl="1"/>
            <a:r>
              <a:rPr lang="it-IT" err="1"/>
              <a:t>Main</a:t>
            </a:r>
            <a:r>
              <a:rPr lang="it-IT"/>
              <a:t> text</a:t>
            </a:r>
          </a:p>
          <a:p>
            <a:pPr lvl="2"/>
            <a:r>
              <a:rPr lang="it-IT"/>
              <a:t>Bullets</a:t>
            </a:r>
          </a:p>
          <a:p>
            <a:pPr lvl="3"/>
            <a:r>
              <a:rPr lang="it-IT" err="1"/>
              <a:t>Fourth</a:t>
            </a:r>
            <a:r>
              <a:rPr lang="it-IT"/>
              <a:t> </a:t>
            </a:r>
            <a:r>
              <a:rPr lang="it-IT" err="1"/>
              <a:t>level</a:t>
            </a:r>
            <a:endParaRPr lang="it-IT"/>
          </a:p>
          <a:p>
            <a:pPr lvl="4"/>
            <a:r>
              <a:rPr lang="it-IT"/>
              <a:t>Fifth </a:t>
            </a:r>
            <a:r>
              <a:rPr lang="it-IT" err="1"/>
              <a:t>level</a:t>
            </a:r>
            <a:endParaRPr lang="en-US"/>
          </a:p>
        </p:txBody>
      </p:sp>
      <p:sp>
        <p:nvSpPr>
          <p:cNvPr id="5" name="Content Placeholder 4"/>
          <p:cNvSpPr>
            <a:spLocks noGrp="1"/>
          </p:cNvSpPr>
          <p:nvPr>
            <p:ph sz="quarter" idx="10" hasCustomPrompt="1"/>
          </p:nvPr>
        </p:nvSpPr>
        <p:spPr>
          <a:xfrm>
            <a:off x="4460702" y="6091735"/>
            <a:ext cx="12296891" cy="939827"/>
          </a:xfrm>
        </p:spPr>
        <p:txBody>
          <a:bodyPr wrap="square" lIns="36000" tIns="100800" rIns="36000" bIns="100800" numCol="1" spcCol="468000" anchor="b">
            <a:normAutofit/>
          </a:bodyPr>
          <a:lstStyle>
            <a:lvl1pPr marL="0" indent="0" algn="ctr">
              <a:spcBef>
                <a:spcPts val="0"/>
              </a:spcBef>
              <a:buNone/>
              <a:defRPr lang="it-IT" sz="4800" b="0" i="1" smtClean="0">
                <a:solidFill>
                  <a:srgbClr val="002B49"/>
                </a:solidFill>
                <a:latin typeface="Helvetica Neue"/>
                <a:cs typeface="Helvetica Neue"/>
              </a:defRPr>
            </a:lvl1pPr>
            <a:lvl2pPr marL="0" algn="ctr">
              <a:spcBef>
                <a:spcPts val="0"/>
              </a:spcBef>
              <a:defRPr lang="it-IT" sz="4800" b="1" smtClean="0"/>
            </a:lvl2pPr>
            <a:lvl3pPr marL="0" algn="ctr">
              <a:spcBef>
                <a:spcPts val="0"/>
              </a:spcBef>
              <a:defRPr lang="it-IT" sz="4800" b="1" smtClean="0"/>
            </a:lvl3pPr>
            <a:lvl4pPr marL="0" algn="ctr">
              <a:spcBef>
                <a:spcPts val="0"/>
              </a:spcBef>
              <a:defRPr lang="it-IT" sz="4800" b="1" smtClean="0"/>
            </a:lvl4pPr>
            <a:lvl5pPr marL="0" algn="ctr">
              <a:spcBef>
                <a:spcPts val="0"/>
              </a:spcBef>
              <a:defRPr lang="en-US" sz="4800" b="1"/>
            </a:lvl5pPr>
          </a:lstStyle>
          <a:p>
            <a:pPr lvl="0" algn="ctr"/>
            <a:r>
              <a:rPr lang="it-IT"/>
              <a:t>Author</a:t>
            </a:r>
            <a:endParaRPr lang="en-US"/>
          </a:p>
        </p:txBody>
      </p:sp>
      <p:sp>
        <p:nvSpPr>
          <p:cNvPr id="9" name="Title 8"/>
          <p:cNvSpPr>
            <a:spLocks noGrp="1"/>
          </p:cNvSpPr>
          <p:nvPr>
            <p:ph type="title" hasCustomPrompt="1"/>
          </p:nvPr>
        </p:nvSpPr>
        <p:spPr/>
        <p:txBody>
          <a:bodyPr/>
          <a:lstStyle/>
          <a:p>
            <a:r>
              <a:rPr lang="it-IT"/>
              <a:t>Thesis Title</a:t>
            </a:r>
            <a:endParaRPr lang="en-US"/>
          </a:p>
        </p:txBody>
      </p:sp>
      <p:sp>
        <p:nvSpPr>
          <p:cNvPr id="11" name="Content Placeholder 4"/>
          <p:cNvSpPr>
            <a:spLocks noGrp="1"/>
          </p:cNvSpPr>
          <p:nvPr>
            <p:ph sz="quarter" idx="12" hasCustomPrompt="1"/>
          </p:nvPr>
        </p:nvSpPr>
        <p:spPr>
          <a:xfrm>
            <a:off x="9313522" y="2330645"/>
            <a:ext cx="1250783" cy="395552"/>
          </a:xfrm>
        </p:spPr>
        <p:txBody>
          <a:bodyPr wrap="none" lIns="0" tIns="54000" rIns="0" bIns="54000" numCol="1" spcCol="0" anchor="ctr">
            <a:noAutofit/>
          </a:bodyPr>
          <a:lstStyle>
            <a:lvl1pPr marL="0" indent="0" algn="r">
              <a:spcBef>
                <a:spcPts val="0"/>
              </a:spcBef>
              <a:buNone/>
              <a:defRPr lang="it-IT" sz="2800" b="0" i="0" baseline="0" smtClean="0">
                <a:solidFill>
                  <a:srgbClr val="002B49"/>
                </a:solidFill>
                <a:latin typeface="Helvetica Neue"/>
                <a:cs typeface="Helvetica Neue"/>
              </a:defRPr>
            </a:lvl1pPr>
            <a:lvl2pPr marL="0" algn="ctr">
              <a:spcBef>
                <a:spcPts val="0"/>
              </a:spcBef>
              <a:defRPr lang="it-IT" sz="4800" b="1" smtClean="0"/>
            </a:lvl2pPr>
            <a:lvl3pPr marL="0" algn="ctr">
              <a:spcBef>
                <a:spcPts val="0"/>
              </a:spcBef>
              <a:defRPr lang="it-IT" sz="4800" b="1" smtClean="0"/>
            </a:lvl3pPr>
            <a:lvl4pPr marL="0" algn="ctr">
              <a:spcBef>
                <a:spcPts val="0"/>
              </a:spcBef>
              <a:defRPr lang="it-IT" sz="4800" b="1" smtClean="0"/>
            </a:lvl4pPr>
            <a:lvl5pPr marL="0" algn="ctr">
              <a:spcBef>
                <a:spcPts val="0"/>
              </a:spcBef>
              <a:defRPr lang="en-US" sz="4800" b="1"/>
            </a:lvl5pPr>
          </a:lstStyle>
          <a:p>
            <a:pPr lvl="0" algn="ctr"/>
            <a:r>
              <a:rPr lang="it-IT"/>
              <a:t># </a:t>
            </a:r>
            <a:r>
              <a:rPr lang="it-IT" err="1"/>
              <a:t>cycle</a:t>
            </a:r>
            <a:endParaRPr lang="en-US"/>
          </a:p>
        </p:txBody>
      </p:sp>
      <p:sp>
        <p:nvSpPr>
          <p:cNvPr id="13" name="Content Placeholder 2"/>
          <p:cNvSpPr>
            <a:spLocks noGrp="1"/>
          </p:cNvSpPr>
          <p:nvPr>
            <p:ph idx="14" hasCustomPrompt="1"/>
          </p:nvPr>
        </p:nvSpPr>
        <p:spPr>
          <a:xfrm>
            <a:off x="11073579" y="7717536"/>
            <a:ext cx="9245390" cy="21253302"/>
          </a:xfrm>
        </p:spPr>
        <p:txBody>
          <a:bodyPr vert="horz" lIns="0" tIns="54000" rIns="108000" bIns="54000" numCol="1" spcCol="0" rtlCol="0">
            <a:noAutofit/>
          </a:bodyPr>
          <a:lstStyle>
            <a:lvl1pPr marL="536400" indent="-536400">
              <a:buFont typeface="+mj-lt"/>
              <a:buAutoNum type="arabicPeriod"/>
              <a:defRPr lang="it-IT" dirty="0" smtClean="0"/>
            </a:lvl1pPr>
            <a:lvl2pPr>
              <a:defRPr lang="it-IT" dirty="0" smtClean="0">
                <a:solidFill>
                  <a:srgbClr val="002B49"/>
                </a:solidFill>
              </a:defRPr>
            </a:lvl2pPr>
            <a:lvl3pPr>
              <a:defRPr lang="it-IT" sz="2000" dirty="0" smtClean="0">
                <a:solidFill>
                  <a:srgbClr val="002B49"/>
                </a:solidFill>
              </a:defRPr>
            </a:lvl3pPr>
            <a:lvl4pPr>
              <a:defRPr lang="it-IT" dirty="0" smtClean="0">
                <a:solidFill>
                  <a:srgbClr val="002B49"/>
                </a:solidFill>
              </a:defRPr>
            </a:lvl4pPr>
            <a:lvl5pPr>
              <a:defRPr lang="en-US" dirty="0">
                <a:solidFill>
                  <a:srgbClr val="002B49"/>
                </a:solidFill>
              </a:defRPr>
            </a:lvl5pPr>
          </a:lstStyle>
          <a:p>
            <a:pPr marL="457200" lvl="0" indent="-457200">
              <a:tabLst/>
            </a:pPr>
            <a:r>
              <a:rPr lang="it-IT" err="1"/>
              <a:t>Heading</a:t>
            </a:r>
            <a:endParaRPr lang="it-IT"/>
          </a:p>
          <a:p>
            <a:pPr lvl="1"/>
            <a:r>
              <a:rPr lang="it-IT" err="1"/>
              <a:t>Main</a:t>
            </a:r>
            <a:r>
              <a:rPr lang="it-IT"/>
              <a:t> text</a:t>
            </a:r>
          </a:p>
          <a:p>
            <a:pPr marL="920750" lvl="2" indent="-285750">
              <a:buChar char="•"/>
            </a:pPr>
            <a:r>
              <a:rPr lang="it-IT"/>
              <a:t>Bullets</a:t>
            </a:r>
          </a:p>
          <a:p>
            <a:pPr lvl="3"/>
            <a:r>
              <a:rPr lang="it-IT" err="1"/>
              <a:t>Fourth</a:t>
            </a:r>
            <a:r>
              <a:rPr lang="it-IT"/>
              <a:t> </a:t>
            </a:r>
            <a:r>
              <a:rPr lang="it-IT" err="1"/>
              <a:t>level</a:t>
            </a:r>
            <a:endParaRPr lang="it-IT"/>
          </a:p>
          <a:p>
            <a:pPr lvl="4"/>
            <a:r>
              <a:rPr lang="it-IT"/>
              <a:t>Fifth </a:t>
            </a:r>
            <a:r>
              <a:rPr lang="it-IT" err="1"/>
              <a:t>level</a:t>
            </a:r>
            <a:endParaRPr lang="en-US"/>
          </a:p>
        </p:txBody>
      </p:sp>
    </p:spTree>
    <p:extLst>
      <p:ext uri="{BB962C8B-B14F-4D97-AF65-F5344CB8AC3E}">
        <p14:creationId xmlns:p14="http://schemas.microsoft.com/office/powerpoint/2010/main" val="10336785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hD Poster Layout single area">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it-IT"/>
              <a:t>Thesis Title</a:t>
            </a:r>
            <a:endParaRPr lang="en-US"/>
          </a:p>
        </p:txBody>
      </p:sp>
      <p:sp>
        <p:nvSpPr>
          <p:cNvPr id="3" name="Content Placeholder 2"/>
          <p:cNvSpPr>
            <a:spLocks noGrp="1"/>
          </p:cNvSpPr>
          <p:nvPr>
            <p:ph idx="1" hasCustomPrompt="1"/>
          </p:nvPr>
        </p:nvSpPr>
        <p:spPr>
          <a:xfrm>
            <a:off x="1069420" y="7393485"/>
            <a:ext cx="19249548" cy="21577353"/>
          </a:xfrm>
        </p:spPr>
        <p:txBody>
          <a:bodyPr lIns="0" tIns="54000" rIns="108000" bIns="54000" numCol="3" spcCol="540000">
            <a:noAutofit/>
          </a:bodyPr>
          <a:lstStyle>
            <a:lvl1pPr marL="457200" indent="-457200">
              <a:buFont typeface="+mj-lt"/>
              <a:buAutoNum type="arabicPeriod"/>
              <a:tabLst/>
              <a:defRPr/>
            </a:lvl1pPr>
            <a:lvl2pPr>
              <a:defRPr>
                <a:solidFill>
                  <a:srgbClr val="002B49"/>
                </a:solidFill>
              </a:defRPr>
            </a:lvl2pPr>
            <a:lvl3pPr marL="920750" indent="-285750">
              <a:buFont typeface="Arial"/>
              <a:buChar char="•"/>
              <a:defRPr sz="2000">
                <a:solidFill>
                  <a:srgbClr val="002B49"/>
                </a:solidFill>
              </a:defRPr>
            </a:lvl3pPr>
            <a:lvl4pPr>
              <a:defRPr>
                <a:solidFill>
                  <a:srgbClr val="002B49"/>
                </a:solidFill>
              </a:defRPr>
            </a:lvl4pPr>
            <a:lvl5pPr>
              <a:defRPr>
                <a:solidFill>
                  <a:srgbClr val="002B49"/>
                </a:solidFill>
              </a:defRPr>
            </a:lvl5pPr>
          </a:lstStyle>
          <a:p>
            <a:pPr lvl="0"/>
            <a:r>
              <a:rPr lang="it-IT" err="1"/>
              <a:t>Heading</a:t>
            </a:r>
            <a:endParaRPr lang="it-IT"/>
          </a:p>
          <a:p>
            <a:pPr lvl="1"/>
            <a:r>
              <a:rPr lang="it-IT" err="1"/>
              <a:t>Main</a:t>
            </a:r>
            <a:r>
              <a:rPr lang="it-IT"/>
              <a:t> text</a:t>
            </a:r>
          </a:p>
          <a:p>
            <a:pPr lvl="2"/>
            <a:r>
              <a:rPr lang="it-IT"/>
              <a:t>Bullets</a:t>
            </a:r>
          </a:p>
          <a:p>
            <a:pPr lvl="3"/>
            <a:r>
              <a:rPr lang="it-IT" err="1"/>
              <a:t>Fourth</a:t>
            </a:r>
            <a:r>
              <a:rPr lang="it-IT"/>
              <a:t> </a:t>
            </a:r>
            <a:r>
              <a:rPr lang="it-IT" err="1"/>
              <a:t>level</a:t>
            </a:r>
            <a:endParaRPr lang="it-IT"/>
          </a:p>
          <a:p>
            <a:pPr lvl="4"/>
            <a:r>
              <a:rPr lang="it-IT"/>
              <a:t>Fifth </a:t>
            </a:r>
            <a:r>
              <a:rPr lang="it-IT" err="1"/>
              <a:t>level</a:t>
            </a:r>
            <a:endParaRPr lang="en-US"/>
          </a:p>
        </p:txBody>
      </p:sp>
      <p:sp>
        <p:nvSpPr>
          <p:cNvPr id="4" name="Content Placeholder 4"/>
          <p:cNvSpPr>
            <a:spLocks noGrp="1"/>
          </p:cNvSpPr>
          <p:nvPr>
            <p:ph sz="quarter" idx="10" hasCustomPrompt="1"/>
          </p:nvPr>
        </p:nvSpPr>
        <p:spPr>
          <a:xfrm>
            <a:off x="4460702" y="6091735"/>
            <a:ext cx="12296891" cy="939827"/>
          </a:xfrm>
        </p:spPr>
        <p:txBody>
          <a:bodyPr wrap="square" lIns="36000" tIns="100800" rIns="36000" bIns="100800" numCol="1" spcCol="468000" anchor="b">
            <a:normAutofit/>
          </a:bodyPr>
          <a:lstStyle>
            <a:lvl1pPr marL="0" algn="r">
              <a:spcBef>
                <a:spcPts val="0"/>
              </a:spcBef>
              <a:defRPr lang="it-IT" sz="4800" b="0" i="1" smtClean="0">
                <a:solidFill>
                  <a:srgbClr val="002B49"/>
                </a:solidFill>
                <a:latin typeface="Helvetica Neue"/>
                <a:cs typeface="Helvetica Neue"/>
              </a:defRPr>
            </a:lvl1pPr>
            <a:lvl2pPr marL="0" algn="ctr">
              <a:spcBef>
                <a:spcPts val="0"/>
              </a:spcBef>
              <a:defRPr lang="it-IT" sz="4800" b="1" smtClean="0"/>
            </a:lvl2pPr>
            <a:lvl3pPr marL="0" algn="ctr">
              <a:spcBef>
                <a:spcPts val="0"/>
              </a:spcBef>
              <a:defRPr lang="it-IT" sz="4800" b="1" smtClean="0"/>
            </a:lvl3pPr>
            <a:lvl4pPr marL="0" algn="ctr">
              <a:spcBef>
                <a:spcPts val="0"/>
              </a:spcBef>
              <a:defRPr lang="it-IT" sz="4800" b="1" smtClean="0"/>
            </a:lvl4pPr>
            <a:lvl5pPr marL="0" algn="ctr">
              <a:spcBef>
                <a:spcPts val="0"/>
              </a:spcBef>
              <a:defRPr lang="en-US" sz="4800" b="1"/>
            </a:lvl5pPr>
          </a:lstStyle>
          <a:p>
            <a:pPr lvl="0" algn="ctr"/>
            <a:r>
              <a:rPr lang="it-IT"/>
              <a:t>Author</a:t>
            </a:r>
            <a:endParaRPr lang="en-US"/>
          </a:p>
        </p:txBody>
      </p:sp>
      <p:sp>
        <p:nvSpPr>
          <p:cNvPr id="5" name="Content Placeholder 4"/>
          <p:cNvSpPr>
            <a:spLocks noGrp="1"/>
          </p:cNvSpPr>
          <p:nvPr>
            <p:ph sz="quarter" idx="11" hasCustomPrompt="1"/>
          </p:nvPr>
        </p:nvSpPr>
        <p:spPr>
          <a:xfrm>
            <a:off x="16261989" y="1577045"/>
            <a:ext cx="4056980" cy="939827"/>
          </a:xfrm>
        </p:spPr>
        <p:txBody>
          <a:bodyPr numCol="1" spcCol="0" anchor="t">
            <a:noAutofit/>
          </a:bodyPr>
          <a:lstStyle>
            <a:lvl1pPr marL="0" algn="ctr">
              <a:spcBef>
                <a:spcPts val="0"/>
              </a:spcBef>
              <a:defRPr lang="it-IT" sz="2400" b="0" i="1" baseline="0" smtClean="0">
                <a:solidFill>
                  <a:srgbClr val="002B49"/>
                </a:solidFill>
                <a:latin typeface="Helvetica Neue"/>
                <a:cs typeface="Helvetica Neue"/>
              </a:defRPr>
            </a:lvl1pPr>
            <a:lvl2pPr marL="0" algn="ctr">
              <a:spcBef>
                <a:spcPts val="0"/>
              </a:spcBef>
              <a:defRPr lang="it-IT" sz="4800" b="1" smtClean="0"/>
            </a:lvl2pPr>
            <a:lvl3pPr marL="0" algn="ctr">
              <a:spcBef>
                <a:spcPts val="0"/>
              </a:spcBef>
              <a:defRPr lang="it-IT" sz="4800" b="1" smtClean="0"/>
            </a:lvl3pPr>
            <a:lvl4pPr marL="0" algn="ctr">
              <a:spcBef>
                <a:spcPts val="0"/>
              </a:spcBef>
              <a:defRPr lang="it-IT" sz="4800" b="1" smtClean="0"/>
            </a:lvl4pPr>
            <a:lvl5pPr marL="0" algn="ctr">
              <a:spcBef>
                <a:spcPts val="0"/>
              </a:spcBef>
              <a:defRPr lang="en-US" sz="4800" b="1"/>
            </a:lvl5pPr>
          </a:lstStyle>
          <a:p>
            <a:pPr lvl="0" algn="ctr"/>
            <a:r>
              <a:rPr lang="it-IT"/>
              <a:t>Supervisor </a:t>
            </a:r>
            <a:endParaRPr lang="en-US"/>
          </a:p>
        </p:txBody>
      </p:sp>
      <p:sp>
        <p:nvSpPr>
          <p:cNvPr id="6" name="Content Placeholder 4"/>
          <p:cNvSpPr>
            <a:spLocks noGrp="1"/>
          </p:cNvSpPr>
          <p:nvPr>
            <p:ph sz="quarter" idx="12" hasCustomPrompt="1"/>
          </p:nvPr>
        </p:nvSpPr>
        <p:spPr>
          <a:xfrm>
            <a:off x="9824707" y="2311133"/>
            <a:ext cx="838807" cy="400149"/>
          </a:xfrm>
        </p:spPr>
        <p:txBody>
          <a:bodyPr wrap="none" lIns="0" tIns="54000" rIns="0" bIns="54000" numCol="1" spcCol="0" anchor="ctr">
            <a:noAutofit/>
          </a:bodyPr>
          <a:lstStyle>
            <a:lvl1pPr marL="0" algn="r">
              <a:spcBef>
                <a:spcPts val="0"/>
              </a:spcBef>
              <a:defRPr lang="it-IT" sz="2800" b="0" i="0" baseline="0" smtClean="0">
                <a:solidFill>
                  <a:schemeClr val="tx1"/>
                </a:solidFill>
                <a:latin typeface="Helvetica Neue"/>
                <a:cs typeface="Helvetica Neue"/>
              </a:defRPr>
            </a:lvl1pPr>
            <a:lvl2pPr marL="0" algn="ctr">
              <a:spcBef>
                <a:spcPts val="0"/>
              </a:spcBef>
              <a:defRPr lang="it-IT" sz="4800" b="1" smtClean="0"/>
            </a:lvl2pPr>
            <a:lvl3pPr marL="0" algn="ctr">
              <a:spcBef>
                <a:spcPts val="0"/>
              </a:spcBef>
              <a:defRPr lang="it-IT" sz="4800" b="1" smtClean="0"/>
            </a:lvl3pPr>
            <a:lvl4pPr marL="0" algn="ctr">
              <a:spcBef>
                <a:spcPts val="0"/>
              </a:spcBef>
              <a:defRPr lang="it-IT" sz="4800" b="1" smtClean="0"/>
            </a:lvl4pPr>
            <a:lvl5pPr marL="0" algn="ctr">
              <a:spcBef>
                <a:spcPts val="0"/>
              </a:spcBef>
              <a:defRPr lang="en-US" sz="4800" b="1"/>
            </a:lvl5pPr>
          </a:lstStyle>
          <a:p>
            <a:pPr lvl="0" algn="ctr"/>
            <a:r>
              <a:rPr lang="it-IT" err="1"/>
              <a:t>cycle</a:t>
            </a:r>
            <a:endParaRPr lang="en-US"/>
          </a:p>
        </p:txBody>
      </p:sp>
      <p:sp>
        <p:nvSpPr>
          <p:cNvPr id="7" name="TextBox 6"/>
          <p:cNvSpPr txBox="1"/>
          <p:nvPr userDrawn="1"/>
        </p:nvSpPr>
        <p:spPr>
          <a:xfrm>
            <a:off x="10714314" y="2305017"/>
            <a:ext cx="1185586" cy="423709"/>
          </a:xfrm>
          <a:prstGeom prst="rect">
            <a:avLst/>
          </a:prstGeom>
        </p:spPr>
        <p:txBody>
          <a:bodyPr vert="horz" wrap="none" lIns="0" tIns="54000" rIns="0" bIns="54000" numCol="1" spcCol="0" rtlCol="0" anchor="ctr">
            <a:noAutofit/>
          </a:bodyPr>
          <a:lstStyle>
            <a:lvl1pPr lvl="0" indent="0" algn="ctr">
              <a:spcBef>
                <a:spcPts val="0"/>
              </a:spcBef>
              <a:buFont typeface="Arial"/>
              <a:buNone/>
              <a:defRPr sz="2800" b="0" i="0" u="dotted" baseline="0">
                <a:uFill>
                  <a:solidFill>
                    <a:srgbClr val="0E2250"/>
                  </a:solidFill>
                </a:uFill>
                <a:latin typeface="Helvetica Neue"/>
                <a:cs typeface="Helvetica Neue"/>
              </a:defRPr>
            </a:lvl1pPr>
            <a:lvl2pPr marL="0" indent="352425" algn="ctr">
              <a:spcBef>
                <a:spcPts val="0"/>
              </a:spcBef>
              <a:buFont typeface="Arial"/>
              <a:buNone/>
              <a:defRPr sz="4800" b="1">
                <a:latin typeface="Palatino"/>
                <a:cs typeface="Palatino"/>
              </a:defRPr>
            </a:lvl2pPr>
            <a:lvl3pPr marL="0" indent="0" algn="ctr" defTabSz="-9525">
              <a:spcBef>
                <a:spcPts val="0"/>
              </a:spcBef>
              <a:buFont typeface="Arial"/>
              <a:buNone/>
              <a:defRPr sz="4800" b="1">
                <a:latin typeface="Palatino"/>
                <a:cs typeface="Palatino"/>
              </a:defRPr>
            </a:lvl3pPr>
            <a:lvl4pPr marL="0" indent="0" algn="ctr">
              <a:spcBef>
                <a:spcPts val="0"/>
              </a:spcBef>
              <a:buFont typeface="Arial"/>
              <a:buNone/>
              <a:defRPr sz="4800" b="1">
                <a:latin typeface="Palatino"/>
                <a:cs typeface="Palatino"/>
              </a:defRPr>
            </a:lvl4pPr>
            <a:lvl5pPr marL="0" indent="0" algn="ctr">
              <a:spcBef>
                <a:spcPts val="0"/>
              </a:spcBef>
              <a:buFont typeface="Arial"/>
              <a:buNone/>
              <a:defRPr sz="4800" b="1">
                <a:latin typeface="Palatino"/>
                <a:cs typeface="Palatino"/>
              </a:defRPr>
            </a:lvl5pPr>
            <a:lvl6pPr marL="8118386" indent="-738035">
              <a:spcBef>
                <a:spcPct val="20000"/>
              </a:spcBef>
              <a:buFont typeface="Arial"/>
              <a:buChar char="•"/>
              <a:defRPr sz="6500"/>
            </a:lvl6pPr>
            <a:lvl7pPr marL="9594456" indent="-738035">
              <a:spcBef>
                <a:spcPct val="20000"/>
              </a:spcBef>
              <a:buFont typeface="Arial"/>
              <a:buChar char="•"/>
              <a:defRPr sz="6500"/>
            </a:lvl7pPr>
            <a:lvl8pPr marL="11070527" indent="-738035">
              <a:spcBef>
                <a:spcPct val="20000"/>
              </a:spcBef>
              <a:buFont typeface="Arial"/>
              <a:buChar char="•"/>
              <a:defRPr sz="6500"/>
            </a:lvl8pPr>
            <a:lvl9pPr marL="12546597" indent="-738035">
              <a:spcBef>
                <a:spcPct val="20000"/>
              </a:spcBef>
              <a:buFont typeface="Arial"/>
              <a:buChar char="•"/>
              <a:defRPr sz="6500"/>
            </a:lvl9pPr>
          </a:lstStyle>
          <a:p>
            <a:pPr lvl="0" algn="l"/>
            <a:r>
              <a:rPr lang="en-US"/>
              <a:t>cycle</a:t>
            </a:r>
          </a:p>
        </p:txBody>
      </p:sp>
      <p:sp>
        <p:nvSpPr>
          <p:cNvPr id="8" name="Content Placeholder 4"/>
          <p:cNvSpPr>
            <a:spLocks noGrp="1"/>
          </p:cNvSpPr>
          <p:nvPr>
            <p:ph sz="quarter" idx="13" hasCustomPrompt="1"/>
          </p:nvPr>
        </p:nvSpPr>
        <p:spPr>
          <a:xfrm>
            <a:off x="1635639" y="6428966"/>
            <a:ext cx="2520809" cy="400149"/>
          </a:xfrm>
        </p:spPr>
        <p:txBody>
          <a:bodyPr wrap="none" lIns="0" tIns="54000" rIns="0" bIns="54000" numCol="1" spcCol="0" anchor="ctr">
            <a:noAutofit/>
          </a:bodyPr>
          <a:lstStyle>
            <a:lvl1pPr marL="0" algn="r">
              <a:spcBef>
                <a:spcPts val="0"/>
              </a:spcBef>
              <a:defRPr lang="it-IT" sz="2800" b="0" i="0" baseline="0" smtClean="0">
                <a:solidFill>
                  <a:srgbClr val="002B49"/>
                </a:solidFill>
                <a:latin typeface="Helvetica Neue"/>
                <a:cs typeface="Helvetica Neue"/>
              </a:defRPr>
            </a:lvl1pPr>
            <a:lvl2pPr marL="0" algn="ctr">
              <a:spcBef>
                <a:spcPts val="0"/>
              </a:spcBef>
              <a:defRPr lang="it-IT" sz="4800" b="1" smtClean="0"/>
            </a:lvl2pPr>
            <a:lvl3pPr marL="0" algn="ctr">
              <a:spcBef>
                <a:spcPts val="0"/>
              </a:spcBef>
              <a:defRPr lang="it-IT" sz="4800" b="1" smtClean="0"/>
            </a:lvl3pPr>
            <a:lvl4pPr marL="0" algn="ctr">
              <a:spcBef>
                <a:spcPts val="0"/>
              </a:spcBef>
              <a:defRPr lang="it-IT" sz="4800" b="1" smtClean="0"/>
            </a:lvl4pPr>
            <a:lvl5pPr marL="0" algn="ctr">
              <a:spcBef>
                <a:spcPts val="0"/>
              </a:spcBef>
              <a:defRPr lang="en-US" sz="4800" b="1"/>
            </a:lvl5pPr>
          </a:lstStyle>
          <a:p>
            <a:pPr lvl="0" algn="ctr"/>
            <a:r>
              <a:rPr lang="it-IT"/>
              <a:t>PhD Candidate:</a:t>
            </a:r>
            <a:endParaRPr lang="en-US"/>
          </a:p>
        </p:txBody>
      </p:sp>
    </p:spTree>
    <p:extLst>
      <p:ext uri="{BB962C8B-B14F-4D97-AF65-F5344CB8AC3E}">
        <p14:creationId xmlns:p14="http://schemas.microsoft.com/office/powerpoint/2010/main" val="1930130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419" y="2764681"/>
            <a:ext cx="19249549" cy="3326813"/>
          </a:xfrm>
          <a:prstGeom prst="rect">
            <a:avLst/>
          </a:prstGeom>
        </p:spPr>
        <p:txBody>
          <a:bodyPr vert="horz" lIns="295214" tIns="147607" rIns="295214" bIns="147607" rtlCol="0" anchor="ctr">
            <a:normAutofit/>
          </a:bodyPr>
          <a:lstStyle/>
          <a:p>
            <a:r>
              <a:rPr lang="it-IT"/>
              <a:t>Title of the Thesis</a:t>
            </a:r>
            <a:endParaRPr lang="en-US"/>
          </a:p>
        </p:txBody>
      </p:sp>
      <p:sp>
        <p:nvSpPr>
          <p:cNvPr id="3" name="Text Placeholder 2"/>
          <p:cNvSpPr>
            <a:spLocks noGrp="1"/>
          </p:cNvSpPr>
          <p:nvPr>
            <p:ph type="body" idx="1"/>
          </p:nvPr>
        </p:nvSpPr>
        <p:spPr>
          <a:xfrm>
            <a:off x="1069420" y="7866122"/>
            <a:ext cx="19249549" cy="21104716"/>
          </a:xfrm>
          <a:prstGeom prst="rect">
            <a:avLst/>
          </a:prstGeom>
        </p:spPr>
        <p:txBody>
          <a:bodyPr vert="horz" lIns="295214" tIns="147607" rIns="295214" bIns="147607" numCol="3" spcCol="540000" rtlCol="0">
            <a:normAutofit/>
          </a:bodyPr>
          <a:lstStyle/>
          <a:p>
            <a:pPr lvl="0"/>
            <a:r>
              <a:rPr lang="it-IT"/>
              <a:t>Click to </a:t>
            </a:r>
            <a:r>
              <a:rPr lang="it-IT" err="1"/>
              <a:t>edit</a:t>
            </a:r>
            <a:r>
              <a:rPr lang="it-IT"/>
              <a:t> Master text styles</a:t>
            </a:r>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a:t>Fifth </a:t>
            </a:r>
            <a:r>
              <a:rPr lang="it-IT" err="1"/>
              <a:t>level</a:t>
            </a:r>
            <a:endParaRPr lang="en-US"/>
          </a:p>
        </p:txBody>
      </p:sp>
      <p:sp>
        <p:nvSpPr>
          <p:cNvPr id="8" name="TextBox 7"/>
          <p:cNvSpPr txBox="1"/>
          <p:nvPr userDrawn="1"/>
        </p:nvSpPr>
        <p:spPr>
          <a:xfrm>
            <a:off x="7842488" y="1312952"/>
            <a:ext cx="4270721" cy="1077218"/>
          </a:xfrm>
          <a:prstGeom prst="rect">
            <a:avLst/>
          </a:prstGeom>
          <a:noFill/>
        </p:spPr>
        <p:txBody>
          <a:bodyPr wrap="none" rtlCol="0">
            <a:spAutoFit/>
          </a:bodyPr>
          <a:lstStyle/>
          <a:p>
            <a:r>
              <a:rPr lang="en-US" sz="3200" b="0" i="0">
                <a:solidFill>
                  <a:srgbClr val="002B49"/>
                </a:solidFill>
                <a:latin typeface="Helvetica Neue"/>
                <a:cs typeface="Helvetica Neue"/>
              </a:rPr>
              <a:t>PhD in Computer and</a:t>
            </a:r>
            <a:br>
              <a:rPr lang="en-US" sz="3200" b="0" i="0">
                <a:solidFill>
                  <a:srgbClr val="002B49"/>
                </a:solidFill>
                <a:latin typeface="Helvetica Neue"/>
                <a:cs typeface="Helvetica Neue"/>
              </a:rPr>
            </a:br>
            <a:r>
              <a:rPr lang="en-US" sz="3200" b="0" i="0">
                <a:solidFill>
                  <a:srgbClr val="002B49"/>
                </a:solidFill>
                <a:latin typeface="Helvetica Neue"/>
                <a:cs typeface="Helvetica Neue"/>
              </a:rPr>
              <a:t>Control Engineering</a:t>
            </a:r>
          </a:p>
        </p:txBody>
      </p:sp>
      <p:sp>
        <p:nvSpPr>
          <p:cNvPr id="10" name="Rounded Rectangle 9"/>
          <p:cNvSpPr/>
          <p:nvPr userDrawn="1"/>
        </p:nvSpPr>
        <p:spPr>
          <a:xfrm>
            <a:off x="1069420" y="990053"/>
            <a:ext cx="19249549" cy="6581179"/>
          </a:xfrm>
          <a:prstGeom prst="roundRect">
            <a:avLst>
              <a:gd name="adj" fmla="val 10050"/>
            </a:avLst>
          </a:prstGeom>
          <a:noFill/>
          <a:ln>
            <a:solidFill>
              <a:srgbClr val="0E2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Immagine 1">
            <a:extLst>
              <a:ext uri="{FF2B5EF4-FFF2-40B4-BE49-F238E27FC236}">
                <a16:creationId xmlns:a16="http://schemas.microsoft.com/office/drawing/2014/main" id="{00000000-0008-0000-0100-00000200000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78966" y="1184262"/>
            <a:ext cx="6353976" cy="1355738"/>
          </a:xfrm>
          <a:prstGeom prst="rect">
            <a:avLst/>
          </a:prstGeom>
        </p:spPr>
      </p:pic>
    </p:spTree>
    <p:extLst>
      <p:ext uri="{BB962C8B-B14F-4D97-AF65-F5344CB8AC3E}">
        <p14:creationId xmlns:p14="http://schemas.microsoft.com/office/powerpoint/2010/main" val="2231736340"/>
      </p:ext>
    </p:extLst>
  </p:cSld>
  <p:clrMap bg1="lt1" tx1="dk1" bg2="lt2" tx2="dk2" accent1="accent1" accent2="accent2" accent3="accent3" accent4="accent4" accent5="accent5" accent6="accent6" hlink="hlink" folHlink="folHlink"/>
  <p:sldLayoutIdLst>
    <p:sldLayoutId id="2147483650" r:id="rId1"/>
    <p:sldLayoutId id="2147483651" r:id="rId2"/>
  </p:sldLayoutIdLst>
  <p:txStyles>
    <p:titleStyle>
      <a:lvl1pPr algn="ctr" defTabSz="1476070" rtl="0" eaLnBrk="1" latinLnBrk="0" hangingPunct="1">
        <a:spcBef>
          <a:spcPct val="0"/>
        </a:spcBef>
        <a:buNone/>
        <a:defRPr sz="9600" b="0" i="0" kern="1200" baseline="0">
          <a:solidFill>
            <a:srgbClr val="EF7B00"/>
          </a:solidFill>
          <a:latin typeface="Helvetica Neue Bold Condensed"/>
          <a:ea typeface="+mj-ea"/>
          <a:cs typeface="Helvetica Neue Bold Condensed"/>
        </a:defRPr>
      </a:lvl1pPr>
    </p:titleStyle>
    <p:bodyStyle>
      <a:lvl1pPr marL="538163" indent="-538163" algn="l" defTabSz="1476070" rtl="0" eaLnBrk="1" latinLnBrk="0" hangingPunct="1">
        <a:spcBef>
          <a:spcPts val="2400"/>
        </a:spcBef>
        <a:spcAft>
          <a:spcPts val="600"/>
        </a:spcAft>
        <a:buFont typeface="+mj-lt"/>
        <a:buAutoNum type="arabicPeriod"/>
        <a:defRPr sz="4400" b="1" u="dotted" kern="1200">
          <a:solidFill>
            <a:srgbClr val="EF7B00"/>
          </a:solidFill>
          <a:uFill>
            <a:solidFill>
              <a:srgbClr val="0E2250"/>
            </a:solidFill>
          </a:uFill>
          <a:latin typeface="Palatino"/>
          <a:ea typeface="+mn-ea"/>
          <a:cs typeface="Palatino"/>
        </a:defRPr>
      </a:lvl1pPr>
      <a:lvl2pPr marL="0" indent="352425" algn="just" defTabSz="1476070" rtl="0" eaLnBrk="1" latinLnBrk="0" hangingPunct="1">
        <a:spcBef>
          <a:spcPct val="20000"/>
        </a:spcBef>
        <a:buFont typeface="Arial"/>
        <a:buNone/>
        <a:defRPr sz="3600" kern="1200">
          <a:solidFill>
            <a:schemeClr val="tx1"/>
          </a:solidFill>
          <a:latin typeface="Palatino"/>
          <a:ea typeface="+mn-ea"/>
          <a:cs typeface="Palatino"/>
        </a:defRPr>
      </a:lvl2pPr>
      <a:lvl3pPr marL="635000" indent="0" algn="just" defTabSz="-9525" rtl="0" eaLnBrk="1" latinLnBrk="0" hangingPunct="1">
        <a:spcBef>
          <a:spcPct val="20000"/>
        </a:spcBef>
        <a:buFont typeface="Arial"/>
        <a:buNone/>
        <a:defRPr sz="3200" kern="1200">
          <a:solidFill>
            <a:schemeClr val="tx1"/>
          </a:solidFill>
          <a:latin typeface="Palatino"/>
          <a:ea typeface="+mn-ea"/>
          <a:cs typeface="Palatino"/>
        </a:defRPr>
      </a:lvl3pPr>
      <a:lvl4pPr marL="735013" indent="0" algn="just" defTabSz="1476070" rtl="0" eaLnBrk="1" latinLnBrk="0" hangingPunct="1">
        <a:spcBef>
          <a:spcPct val="20000"/>
        </a:spcBef>
        <a:buFont typeface="Arial"/>
        <a:buNone/>
        <a:defRPr sz="3200" kern="1200">
          <a:solidFill>
            <a:schemeClr val="tx1"/>
          </a:solidFill>
          <a:latin typeface="Palatino"/>
          <a:ea typeface="+mn-ea"/>
          <a:cs typeface="Palatino"/>
        </a:defRPr>
      </a:lvl4pPr>
      <a:lvl5pPr marL="893763" indent="0" algn="just" defTabSz="1476070" rtl="0" eaLnBrk="1" latinLnBrk="0" hangingPunct="1">
        <a:spcBef>
          <a:spcPct val="20000"/>
        </a:spcBef>
        <a:buFont typeface="Arial"/>
        <a:buNone/>
        <a:defRPr sz="3200" kern="1200">
          <a:solidFill>
            <a:schemeClr val="tx1"/>
          </a:solidFill>
          <a:latin typeface="Palatino"/>
          <a:ea typeface="+mn-ea"/>
          <a:cs typeface="Palatino"/>
        </a:defRPr>
      </a:lvl5pPr>
      <a:lvl6pPr marL="8118386" indent="-738035" algn="l" defTabSz="1476070" rtl="0" eaLnBrk="1" latinLnBrk="0" hangingPunct="1">
        <a:spcBef>
          <a:spcPct val="20000"/>
        </a:spcBef>
        <a:buFont typeface="Arial"/>
        <a:buChar char="•"/>
        <a:defRPr sz="6500" kern="1200">
          <a:solidFill>
            <a:schemeClr val="tx1"/>
          </a:solidFill>
          <a:latin typeface="+mn-lt"/>
          <a:ea typeface="+mn-ea"/>
          <a:cs typeface="+mn-cs"/>
        </a:defRPr>
      </a:lvl6pPr>
      <a:lvl7pPr marL="9594456" indent="-738035" algn="l" defTabSz="1476070" rtl="0" eaLnBrk="1" latinLnBrk="0" hangingPunct="1">
        <a:spcBef>
          <a:spcPct val="20000"/>
        </a:spcBef>
        <a:buFont typeface="Arial"/>
        <a:buChar char="•"/>
        <a:defRPr sz="6500" kern="1200">
          <a:solidFill>
            <a:schemeClr val="tx1"/>
          </a:solidFill>
          <a:latin typeface="+mn-lt"/>
          <a:ea typeface="+mn-ea"/>
          <a:cs typeface="+mn-cs"/>
        </a:defRPr>
      </a:lvl7pPr>
      <a:lvl8pPr marL="11070527" indent="-738035" algn="l" defTabSz="1476070" rtl="0" eaLnBrk="1" latinLnBrk="0" hangingPunct="1">
        <a:spcBef>
          <a:spcPct val="20000"/>
        </a:spcBef>
        <a:buFont typeface="Arial"/>
        <a:buChar char="•"/>
        <a:defRPr sz="6500" kern="1200">
          <a:solidFill>
            <a:schemeClr val="tx1"/>
          </a:solidFill>
          <a:latin typeface="+mn-lt"/>
          <a:ea typeface="+mn-ea"/>
          <a:cs typeface="+mn-cs"/>
        </a:defRPr>
      </a:lvl8pPr>
      <a:lvl9pPr marL="12546597" indent="-738035" algn="l" defTabSz="1476070" rtl="0" eaLnBrk="1" latinLnBrk="0" hangingPunct="1">
        <a:spcBef>
          <a:spcPct val="20000"/>
        </a:spcBef>
        <a:buFont typeface="Arial"/>
        <a:buChar char="•"/>
        <a:defRPr sz="6500" kern="1200">
          <a:solidFill>
            <a:schemeClr val="tx1"/>
          </a:solidFill>
          <a:latin typeface="+mn-lt"/>
          <a:ea typeface="+mn-ea"/>
          <a:cs typeface="+mn-cs"/>
        </a:defRPr>
      </a:lvl9pPr>
    </p:bodyStyle>
    <p:otherStyle>
      <a:defPPr>
        <a:defRPr lang="en-US"/>
      </a:defPPr>
      <a:lvl1pPr marL="0" algn="l" defTabSz="1476070" rtl="0" eaLnBrk="1" latinLnBrk="0" hangingPunct="1">
        <a:defRPr sz="5800" kern="1200">
          <a:solidFill>
            <a:schemeClr val="tx1"/>
          </a:solidFill>
          <a:latin typeface="+mn-lt"/>
          <a:ea typeface="+mn-ea"/>
          <a:cs typeface="+mn-cs"/>
        </a:defRPr>
      </a:lvl1pPr>
      <a:lvl2pPr marL="1476070" algn="l" defTabSz="1476070" rtl="0" eaLnBrk="1" latinLnBrk="0" hangingPunct="1">
        <a:defRPr sz="5800" kern="1200">
          <a:solidFill>
            <a:schemeClr val="tx1"/>
          </a:solidFill>
          <a:latin typeface="+mn-lt"/>
          <a:ea typeface="+mn-ea"/>
          <a:cs typeface="+mn-cs"/>
        </a:defRPr>
      </a:lvl2pPr>
      <a:lvl3pPr marL="2952140" algn="l" defTabSz="1476070" rtl="0" eaLnBrk="1" latinLnBrk="0" hangingPunct="1">
        <a:defRPr sz="5800" kern="1200">
          <a:solidFill>
            <a:schemeClr val="tx1"/>
          </a:solidFill>
          <a:latin typeface="+mn-lt"/>
          <a:ea typeface="+mn-ea"/>
          <a:cs typeface="+mn-cs"/>
        </a:defRPr>
      </a:lvl3pPr>
      <a:lvl4pPr marL="4428211" algn="l" defTabSz="1476070" rtl="0" eaLnBrk="1" latinLnBrk="0" hangingPunct="1">
        <a:defRPr sz="5800" kern="1200">
          <a:solidFill>
            <a:schemeClr val="tx1"/>
          </a:solidFill>
          <a:latin typeface="+mn-lt"/>
          <a:ea typeface="+mn-ea"/>
          <a:cs typeface="+mn-cs"/>
        </a:defRPr>
      </a:lvl4pPr>
      <a:lvl5pPr marL="5904281" algn="l" defTabSz="1476070" rtl="0" eaLnBrk="1" latinLnBrk="0" hangingPunct="1">
        <a:defRPr sz="5800" kern="1200">
          <a:solidFill>
            <a:schemeClr val="tx1"/>
          </a:solidFill>
          <a:latin typeface="+mn-lt"/>
          <a:ea typeface="+mn-ea"/>
          <a:cs typeface="+mn-cs"/>
        </a:defRPr>
      </a:lvl5pPr>
      <a:lvl6pPr marL="7380351" algn="l" defTabSz="1476070" rtl="0" eaLnBrk="1" latinLnBrk="0" hangingPunct="1">
        <a:defRPr sz="5800" kern="1200">
          <a:solidFill>
            <a:schemeClr val="tx1"/>
          </a:solidFill>
          <a:latin typeface="+mn-lt"/>
          <a:ea typeface="+mn-ea"/>
          <a:cs typeface="+mn-cs"/>
        </a:defRPr>
      </a:lvl6pPr>
      <a:lvl7pPr marL="8856421" algn="l" defTabSz="1476070" rtl="0" eaLnBrk="1" latinLnBrk="0" hangingPunct="1">
        <a:defRPr sz="5800" kern="1200">
          <a:solidFill>
            <a:schemeClr val="tx1"/>
          </a:solidFill>
          <a:latin typeface="+mn-lt"/>
          <a:ea typeface="+mn-ea"/>
          <a:cs typeface="+mn-cs"/>
        </a:defRPr>
      </a:lvl7pPr>
      <a:lvl8pPr marL="10332491" algn="l" defTabSz="1476070" rtl="0" eaLnBrk="1" latinLnBrk="0" hangingPunct="1">
        <a:defRPr sz="5800" kern="1200">
          <a:solidFill>
            <a:schemeClr val="tx1"/>
          </a:solidFill>
          <a:latin typeface="+mn-lt"/>
          <a:ea typeface="+mn-ea"/>
          <a:cs typeface="+mn-cs"/>
        </a:defRPr>
      </a:lvl8pPr>
      <a:lvl9pPr marL="11808562" algn="l" defTabSz="1476070" rtl="0" eaLnBrk="1" latinLnBrk="0" hangingPunct="1">
        <a:defRPr sz="5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6464" y="7833888"/>
            <a:ext cx="8935967" cy="21105224"/>
          </a:xfrm>
        </p:spPr>
        <p:txBody>
          <a:bodyPr vert="horz" lIns="0" tIns="54000" rIns="108000" bIns="54000" numCol="1" spcCol="0" rtlCol="0" anchor="t">
            <a:noAutofit/>
          </a:bodyPr>
          <a:lstStyle/>
          <a:p>
            <a:pPr marL="457200" indent="-457200"/>
            <a:r>
              <a:rPr lang="en-US" sz="4000" dirty="0">
                <a:latin typeface="Arial"/>
                <a:cs typeface="Arial"/>
              </a:rPr>
              <a:t>Introduction</a:t>
            </a:r>
            <a:endParaRPr lang="en-US" dirty="0">
              <a:cs typeface="Arial"/>
            </a:endParaRPr>
          </a:p>
          <a:p>
            <a:pPr lvl="1">
              <a:spcBef>
                <a:spcPts val="20"/>
              </a:spcBef>
            </a:pPr>
            <a:r>
              <a:rPr lang="en-US" sz="3200" dirty="0">
                <a:latin typeface="Arial"/>
                <a:cs typeface="Arial"/>
              </a:rPr>
              <a:t>Cloud and next-generation networks are large-scale, dynamic systems composed of ephemeral and heterogeneous components. These features makes security management very challenging, as it often relies on manual configuration and human expertise. As a result, security processes are time-consuming, unoptimized, and prone to errors, with misconfiguration being a leading cause of security incidents. </a:t>
            </a:r>
            <a:endParaRPr lang="en-US" dirty="0"/>
          </a:p>
          <a:p>
            <a:pPr marL="457200" indent="-457200"/>
            <a:r>
              <a:rPr lang="en-US" sz="4000" dirty="0">
                <a:latin typeface="Arial"/>
                <a:cs typeface="Arial"/>
              </a:rPr>
              <a:t>Goal</a:t>
            </a:r>
            <a:endParaRPr lang="en-US" dirty="0"/>
          </a:p>
          <a:p>
            <a:pPr lvl="1"/>
            <a:r>
              <a:rPr lang="en-US" sz="3200" dirty="0">
                <a:latin typeface="Arial"/>
                <a:cs typeface="Arial"/>
              </a:rPr>
              <a:t>Design novel solutions for the management of security services in cloud and next-generation networks. The research focuses on using automation and formal methods to simplify the configuration of (cloud) security services, e.g., Network Policies and RBAC, reducing manual effort and minimizing errors. Complementary, it investigates optimizing reconfiguration scenarios and designing reactive defense systems to further limit human involvement.</a:t>
            </a:r>
            <a:endParaRPr lang="en-US" dirty="0"/>
          </a:p>
          <a:p>
            <a:pPr marL="457200" indent="-457200"/>
            <a:r>
              <a:rPr lang="en-US" sz="4000" dirty="0">
                <a:latin typeface="Arial"/>
                <a:cs typeface="Arial"/>
              </a:rPr>
              <a:t>Method</a:t>
            </a:r>
            <a:endParaRPr lang="en-US" sz="4000" b="0" u="none" dirty="0">
              <a:latin typeface="Arial"/>
              <a:cs typeface="Arial"/>
            </a:endParaRPr>
          </a:p>
          <a:p>
            <a:pPr marL="537845" lvl="1" indent="-537845"/>
            <a:r>
              <a:rPr lang="en-US" sz="3200" dirty="0">
                <a:latin typeface="Arial"/>
                <a:cs typeface="Arial"/>
              </a:rPr>
              <a:t>The research goal is achieved through:</a:t>
            </a:r>
          </a:p>
          <a:p>
            <a:pPr marL="457200" lvl="1" indent="-457200">
              <a:buFont typeface="Arial"/>
              <a:buChar char="•"/>
            </a:pPr>
            <a:r>
              <a:rPr lang="en-US" sz="3200" dirty="0">
                <a:latin typeface="Arial"/>
                <a:cs typeface="Arial"/>
              </a:rPr>
              <a:t>Investigation of user-friendly approaches to simplify security service configuration in complex could environments using high-level intents [1].</a:t>
            </a:r>
            <a:endParaRPr lang="en-US" dirty="0"/>
          </a:p>
          <a:p>
            <a:pPr marL="457200" lvl="1" indent="-457200">
              <a:spcBef>
                <a:spcPts val="20"/>
              </a:spcBef>
              <a:buChar char="•"/>
            </a:pPr>
            <a:r>
              <a:rPr lang="en-US" sz="3200" dirty="0">
                <a:latin typeface="Arial"/>
                <a:cs typeface="Arial"/>
              </a:rPr>
              <a:t>Application of formal methods to automate and optimize the refinement of high-level intents into low-level configurations, designing parallelization and reconfiguration strategies improving scalability and computation time [2].</a:t>
            </a:r>
          </a:p>
          <a:p>
            <a:pPr marL="457200" lvl="1" indent="-457200">
              <a:spcBef>
                <a:spcPts val="20"/>
              </a:spcBef>
              <a:buChar char="•"/>
            </a:pPr>
            <a:r>
              <a:rPr lang="en-US" sz="3200" dirty="0">
                <a:latin typeface="Arial"/>
                <a:cs typeface="Arial"/>
              </a:rPr>
              <a:t>Developing of novel approaches to integrate monitoring agents, such as Intrusion Detection Systems (IDS), with security automation, enabling self-reconfiguring systems able to correctly react upon attack detection [3].</a:t>
            </a:r>
            <a:endParaRPr lang="en-US" sz="3200" dirty="0">
              <a:latin typeface="Arial"/>
            </a:endParaRPr>
          </a:p>
          <a:p>
            <a:pPr marL="457200" lvl="1" indent="-457200">
              <a:spcBef>
                <a:spcPts val="20"/>
              </a:spcBef>
              <a:buChar char="•"/>
            </a:pPr>
            <a:r>
              <a:rPr lang="en-US" sz="3200" dirty="0">
                <a:latin typeface="Arial"/>
                <a:cs typeface="Arial"/>
              </a:rPr>
              <a:t>Analyzing cloud security and researching techniques to formally model it, with the scope of enabling automatic verification and validation of configuration automatically and formally verify it.</a:t>
            </a:r>
            <a:endParaRPr lang="en-US" sz="3200" dirty="0">
              <a:latin typeface="Arial" panose="020B0604020202020204" pitchFamily="34" charset="0"/>
              <a:cs typeface="Arial" panose="020B0604020202020204" pitchFamily="34" charset="0"/>
            </a:endParaRPr>
          </a:p>
          <a:p>
            <a:pPr lvl="1"/>
            <a:endParaRPr lang="en-US" sz="3200">
              <a:latin typeface="Arial" panose="020B0604020202020204" pitchFamily="34" charset="0"/>
              <a:cs typeface="Arial" panose="020B0604020202020204" pitchFamily="34" charset="0"/>
            </a:endParaRPr>
          </a:p>
          <a:p>
            <a:pPr lvl="1"/>
            <a:endParaRPr lang="en-US" sz="3200">
              <a:latin typeface="Arial" panose="020B0604020202020204" pitchFamily="34" charset="0"/>
              <a:cs typeface="Arial" panose="020B0604020202020204" pitchFamily="34" charset="0"/>
            </a:endParaRPr>
          </a:p>
        </p:txBody>
      </p:sp>
      <p:sp>
        <p:nvSpPr>
          <p:cNvPr id="2" name="Title 1"/>
          <p:cNvSpPr>
            <a:spLocks noGrp="1"/>
          </p:cNvSpPr>
          <p:nvPr>
            <p:ph type="title"/>
          </p:nvPr>
        </p:nvSpPr>
        <p:spPr/>
        <p:txBody>
          <a:bodyPr>
            <a:noAutofit/>
          </a:bodyPr>
          <a:lstStyle/>
          <a:p>
            <a:r>
              <a:rPr lang="en-US" sz="8000">
                <a:latin typeface="Arial"/>
                <a:cs typeface="Arial"/>
              </a:rPr>
              <a:t>Security Automation and Optimization </a:t>
            </a:r>
            <a:br>
              <a:rPr lang="en-US" sz="8000">
                <a:latin typeface="Arial"/>
                <a:cs typeface="Arial"/>
              </a:rPr>
            </a:br>
            <a:r>
              <a:rPr lang="en-US" sz="8000">
                <a:latin typeface="Arial"/>
                <a:cs typeface="Arial"/>
              </a:rPr>
              <a:t>in Cloud Environment</a:t>
            </a:r>
          </a:p>
        </p:txBody>
      </p:sp>
      <p:sp>
        <p:nvSpPr>
          <p:cNvPr id="6" name="Content Placeholder 5"/>
          <p:cNvSpPr>
            <a:spLocks noGrp="1"/>
          </p:cNvSpPr>
          <p:nvPr>
            <p:ph sz="quarter" idx="12"/>
          </p:nvPr>
        </p:nvSpPr>
        <p:spPr>
          <a:xfrm>
            <a:off x="9466546" y="2330645"/>
            <a:ext cx="1250783" cy="395552"/>
          </a:xfrm>
        </p:spPr>
        <p:txBody>
          <a:bodyPr/>
          <a:lstStyle/>
          <a:p>
            <a:r>
              <a:rPr lang="en-US">
                <a:latin typeface="Arial"/>
                <a:cs typeface="Arial"/>
              </a:rPr>
              <a:t>XXXIX cycle</a:t>
            </a:r>
          </a:p>
        </p:txBody>
      </p:sp>
      <p:sp>
        <p:nvSpPr>
          <p:cNvPr id="8" name="TextBox 10">
            <a:extLst>
              <a:ext uri="{FF2B5EF4-FFF2-40B4-BE49-F238E27FC236}">
                <a16:creationId xmlns:a16="http://schemas.microsoft.com/office/drawing/2014/main" id="{D8FA836D-38BA-C1E3-82BF-0F4AF0F2DD9A}"/>
              </a:ext>
            </a:extLst>
          </p:cNvPr>
          <p:cNvSpPr txBox="1"/>
          <p:nvPr/>
        </p:nvSpPr>
        <p:spPr>
          <a:xfrm>
            <a:off x="16726617" y="990054"/>
            <a:ext cx="3238119" cy="584776"/>
          </a:xfrm>
          <a:prstGeom prst="rect">
            <a:avLst/>
          </a:prstGeom>
          <a:noFill/>
        </p:spPr>
        <p:txBody>
          <a:bodyPr wrap="square" rtlCol="0">
            <a:spAutoFit/>
          </a:bodyPr>
          <a:lstStyle/>
          <a:p>
            <a:pPr algn="ctr"/>
            <a:r>
              <a:rPr lang="en-US" sz="3200" b="0" i="0">
                <a:solidFill>
                  <a:srgbClr val="0E2250"/>
                </a:solidFill>
                <a:latin typeface="Arial" panose="020B0604020202020204" pitchFamily="34" charset="0"/>
                <a:cs typeface="Arial" panose="020B0604020202020204" pitchFamily="34" charset="0"/>
              </a:rPr>
              <a:t>Supervisor</a:t>
            </a:r>
          </a:p>
        </p:txBody>
      </p:sp>
      <p:sp>
        <p:nvSpPr>
          <p:cNvPr id="9" name="Content Placeholder 4">
            <a:extLst>
              <a:ext uri="{FF2B5EF4-FFF2-40B4-BE49-F238E27FC236}">
                <a16:creationId xmlns:a16="http://schemas.microsoft.com/office/drawing/2014/main" id="{BD17DB9C-096F-2480-5CFD-90606397AEB1}"/>
              </a:ext>
            </a:extLst>
          </p:cNvPr>
          <p:cNvSpPr txBox="1">
            <a:spLocks/>
          </p:cNvSpPr>
          <p:nvPr/>
        </p:nvSpPr>
        <p:spPr>
          <a:xfrm>
            <a:off x="16261989" y="1577045"/>
            <a:ext cx="4056980" cy="939827"/>
          </a:xfrm>
          <a:prstGeom prst="rect">
            <a:avLst/>
          </a:prstGeom>
        </p:spPr>
        <p:txBody>
          <a:bodyPr vert="horz" lIns="295214" tIns="147607" rIns="295214" bIns="147607" numCol="1" spcCol="0" rtlCol="0" anchor="t">
            <a:noAutofit/>
          </a:bodyPr>
          <a:lstStyle>
            <a:lvl1pPr marL="0" indent="0" algn="ctr" defTabSz="1476070" rtl="0" eaLnBrk="1" latinLnBrk="0" hangingPunct="1">
              <a:spcBef>
                <a:spcPts val="0"/>
              </a:spcBef>
              <a:spcAft>
                <a:spcPts val="600"/>
              </a:spcAft>
              <a:buFont typeface="+mj-lt"/>
              <a:buNone/>
              <a:defRPr lang="it-IT" sz="2400" b="0" i="1" u="dotted" kern="1200" baseline="0" smtClean="0">
                <a:solidFill>
                  <a:schemeClr val="tx1"/>
                </a:solidFill>
                <a:uFill>
                  <a:solidFill>
                    <a:srgbClr val="0E2250"/>
                  </a:solidFill>
                </a:uFill>
                <a:latin typeface="Helvetica Neue"/>
                <a:ea typeface="+mn-ea"/>
                <a:cs typeface="Helvetica Neue"/>
              </a:defRPr>
            </a:lvl1pPr>
            <a:lvl2pPr marL="0" indent="352425" algn="ctr" defTabSz="1476070" rtl="0" eaLnBrk="1" latinLnBrk="0" hangingPunct="1">
              <a:spcBef>
                <a:spcPts val="0"/>
              </a:spcBef>
              <a:buFont typeface="Arial"/>
              <a:buNone/>
              <a:defRPr lang="it-IT" sz="4800" b="1" kern="1200" smtClean="0">
                <a:solidFill>
                  <a:schemeClr val="tx1"/>
                </a:solidFill>
                <a:latin typeface="Palatino"/>
                <a:ea typeface="+mn-ea"/>
                <a:cs typeface="Palatino"/>
              </a:defRPr>
            </a:lvl2pPr>
            <a:lvl3pPr marL="0" indent="0" algn="ctr" defTabSz="-9525" rtl="0" eaLnBrk="1" latinLnBrk="0" hangingPunct="1">
              <a:spcBef>
                <a:spcPts val="0"/>
              </a:spcBef>
              <a:buFont typeface="Arial"/>
              <a:buNone/>
              <a:defRPr lang="it-IT" sz="4800" b="1" kern="1200" smtClean="0">
                <a:solidFill>
                  <a:schemeClr val="tx1"/>
                </a:solidFill>
                <a:latin typeface="Palatino"/>
                <a:ea typeface="+mn-ea"/>
                <a:cs typeface="Palatino"/>
              </a:defRPr>
            </a:lvl3pPr>
            <a:lvl4pPr marL="0" indent="0" algn="ctr" defTabSz="1476070" rtl="0" eaLnBrk="1" latinLnBrk="0" hangingPunct="1">
              <a:spcBef>
                <a:spcPts val="0"/>
              </a:spcBef>
              <a:buFont typeface="Arial"/>
              <a:buNone/>
              <a:defRPr lang="it-IT" sz="4800" b="1" kern="1200" smtClean="0">
                <a:solidFill>
                  <a:schemeClr val="tx1"/>
                </a:solidFill>
                <a:latin typeface="Palatino"/>
                <a:ea typeface="+mn-ea"/>
                <a:cs typeface="Palatino"/>
              </a:defRPr>
            </a:lvl4pPr>
            <a:lvl5pPr marL="0" indent="0" algn="ctr" defTabSz="1476070" rtl="0" eaLnBrk="1" latinLnBrk="0" hangingPunct="1">
              <a:spcBef>
                <a:spcPts val="0"/>
              </a:spcBef>
              <a:buFont typeface="Arial"/>
              <a:buNone/>
              <a:defRPr lang="en-US" sz="4800" b="1" kern="1200">
                <a:solidFill>
                  <a:schemeClr val="tx1"/>
                </a:solidFill>
                <a:latin typeface="Palatino"/>
                <a:ea typeface="+mn-ea"/>
                <a:cs typeface="Palatino"/>
              </a:defRPr>
            </a:lvl5pPr>
            <a:lvl6pPr marL="8118386" indent="-738035" algn="l" defTabSz="1476070" rtl="0" eaLnBrk="1" latinLnBrk="0" hangingPunct="1">
              <a:spcBef>
                <a:spcPct val="20000"/>
              </a:spcBef>
              <a:buFont typeface="Arial"/>
              <a:buChar char="•"/>
              <a:defRPr sz="6500" kern="1200">
                <a:solidFill>
                  <a:schemeClr val="tx1"/>
                </a:solidFill>
                <a:latin typeface="+mn-lt"/>
                <a:ea typeface="+mn-ea"/>
                <a:cs typeface="+mn-cs"/>
              </a:defRPr>
            </a:lvl6pPr>
            <a:lvl7pPr marL="9594456" indent="-738035" algn="l" defTabSz="1476070" rtl="0" eaLnBrk="1" latinLnBrk="0" hangingPunct="1">
              <a:spcBef>
                <a:spcPct val="20000"/>
              </a:spcBef>
              <a:buFont typeface="Arial"/>
              <a:buChar char="•"/>
              <a:defRPr sz="6500" kern="1200">
                <a:solidFill>
                  <a:schemeClr val="tx1"/>
                </a:solidFill>
                <a:latin typeface="+mn-lt"/>
                <a:ea typeface="+mn-ea"/>
                <a:cs typeface="+mn-cs"/>
              </a:defRPr>
            </a:lvl7pPr>
            <a:lvl8pPr marL="11070527" indent="-738035" algn="l" defTabSz="1476070" rtl="0" eaLnBrk="1" latinLnBrk="0" hangingPunct="1">
              <a:spcBef>
                <a:spcPct val="20000"/>
              </a:spcBef>
              <a:buFont typeface="Arial"/>
              <a:buChar char="•"/>
              <a:defRPr sz="6500" kern="1200">
                <a:solidFill>
                  <a:schemeClr val="tx1"/>
                </a:solidFill>
                <a:latin typeface="+mn-lt"/>
                <a:ea typeface="+mn-ea"/>
                <a:cs typeface="+mn-cs"/>
              </a:defRPr>
            </a:lvl8pPr>
            <a:lvl9pPr marL="12546597" indent="-738035" algn="l" defTabSz="1476070" rtl="0" eaLnBrk="1" latinLnBrk="0" hangingPunct="1">
              <a:spcBef>
                <a:spcPct val="20000"/>
              </a:spcBef>
              <a:buFont typeface="Arial"/>
              <a:buChar char="•"/>
              <a:defRPr sz="6500" kern="1200">
                <a:solidFill>
                  <a:schemeClr val="tx1"/>
                </a:solidFill>
                <a:latin typeface="+mn-lt"/>
                <a:ea typeface="+mn-ea"/>
                <a:cs typeface="+mn-cs"/>
              </a:defRPr>
            </a:lvl9pPr>
          </a:lstStyle>
          <a:p>
            <a:r>
              <a:rPr lang="it-IT">
                <a:solidFill>
                  <a:srgbClr val="002B49"/>
                </a:solidFill>
                <a:latin typeface="Arial"/>
                <a:cs typeface="Arial"/>
              </a:rPr>
              <a:t>Prof. Fulvio Valenza</a:t>
            </a:r>
            <a:endParaRPr lang="en-US"/>
          </a:p>
          <a:p>
            <a:r>
              <a:rPr lang="it-IT">
                <a:solidFill>
                  <a:srgbClr val="002B49"/>
                </a:solidFill>
                <a:latin typeface="Arial"/>
                <a:cs typeface="Arial"/>
              </a:rPr>
              <a:t>Prof. Riccardo Sisto </a:t>
            </a:r>
            <a:endParaRPr lang="it-IT"/>
          </a:p>
        </p:txBody>
      </p:sp>
      <p:sp>
        <p:nvSpPr>
          <p:cNvPr id="4" name="Content Placeholder 4">
            <a:extLst>
              <a:ext uri="{FF2B5EF4-FFF2-40B4-BE49-F238E27FC236}">
                <a16:creationId xmlns:a16="http://schemas.microsoft.com/office/drawing/2014/main" id="{256DAE19-96F8-E5AB-1B99-FBF33A47609B}"/>
              </a:ext>
            </a:extLst>
          </p:cNvPr>
          <p:cNvSpPr txBox="1">
            <a:spLocks/>
          </p:cNvSpPr>
          <p:nvPr/>
        </p:nvSpPr>
        <p:spPr>
          <a:xfrm>
            <a:off x="4140200" y="5981529"/>
            <a:ext cx="12848210" cy="939827"/>
          </a:xfrm>
          <a:prstGeom prst="rect">
            <a:avLst/>
          </a:prstGeom>
        </p:spPr>
        <p:txBody>
          <a:bodyPr vert="horz" lIns="295214" tIns="147607" rIns="295214" bIns="147607" numCol="1" spcCol="0" rtlCol="0" anchor="t">
            <a:noAutofit/>
          </a:bodyPr>
          <a:lstStyle>
            <a:lvl1pPr marL="0" indent="0" algn="ctr" defTabSz="1476070" rtl="0" eaLnBrk="1" latinLnBrk="0" hangingPunct="1">
              <a:spcBef>
                <a:spcPts val="0"/>
              </a:spcBef>
              <a:spcAft>
                <a:spcPts val="600"/>
              </a:spcAft>
              <a:buFont typeface="+mj-lt"/>
              <a:buNone/>
              <a:defRPr lang="it-IT" sz="2400" b="0" i="1" u="dotted" kern="1200" baseline="0" smtClean="0">
                <a:solidFill>
                  <a:schemeClr val="tx1"/>
                </a:solidFill>
                <a:uFill>
                  <a:solidFill>
                    <a:srgbClr val="0E2250"/>
                  </a:solidFill>
                </a:uFill>
                <a:latin typeface="Helvetica Neue"/>
                <a:ea typeface="+mn-ea"/>
                <a:cs typeface="Helvetica Neue"/>
              </a:defRPr>
            </a:lvl1pPr>
            <a:lvl2pPr marL="0" indent="352425" algn="ctr" defTabSz="1476070" rtl="0" eaLnBrk="1" latinLnBrk="0" hangingPunct="1">
              <a:spcBef>
                <a:spcPts val="0"/>
              </a:spcBef>
              <a:buFont typeface="Arial"/>
              <a:buNone/>
              <a:defRPr lang="it-IT" sz="4800" b="1" kern="1200" smtClean="0">
                <a:solidFill>
                  <a:schemeClr val="tx1"/>
                </a:solidFill>
                <a:latin typeface="Palatino"/>
                <a:ea typeface="+mn-ea"/>
                <a:cs typeface="Palatino"/>
              </a:defRPr>
            </a:lvl2pPr>
            <a:lvl3pPr marL="0" indent="0" algn="ctr" defTabSz="-9525" rtl="0" eaLnBrk="1" latinLnBrk="0" hangingPunct="1">
              <a:spcBef>
                <a:spcPts val="0"/>
              </a:spcBef>
              <a:buFont typeface="Arial"/>
              <a:buNone/>
              <a:defRPr lang="it-IT" sz="4800" b="1" kern="1200" smtClean="0">
                <a:solidFill>
                  <a:schemeClr val="tx1"/>
                </a:solidFill>
                <a:latin typeface="Palatino"/>
                <a:ea typeface="+mn-ea"/>
                <a:cs typeface="Palatino"/>
              </a:defRPr>
            </a:lvl3pPr>
            <a:lvl4pPr marL="0" indent="0" algn="ctr" defTabSz="1476070" rtl="0" eaLnBrk="1" latinLnBrk="0" hangingPunct="1">
              <a:spcBef>
                <a:spcPts val="0"/>
              </a:spcBef>
              <a:buFont typeface="Arial"/>
              <a:buNone/>
              <a:defRPr lang="it-IT" sz="4800" b="1" kern="1200" smtClean="0">
                <a:solidFill>
                  <a:schemeClr val="tx1"/>
                </a:solidFill>
                <a:latin typeface="Palatino"/>
                <a:ea typeface="+mn-ea"/>
                <a:cs typeface="Palatino"/>
              </a:defRPr>
            </a:lvl4pPr>
            <a:lvl5pPr marL="0" indent="0" algn="ctr" defTabSz="1476070" rtl="0" eaLnBrk="1" latinLnBrk="0" hangingPunct="1">
              <a:spcBef>
                <a:spcPts val="0"/>
              </a:spcBef>
              <a:buFont typeface="Arial"/>
              <a:buNone/>
              <a:defRPr lang="en-US" sz="4800" b="1" kern="1200">
                <a:solidFill>
                  <a:schemeClr val="tx1"/>
                </a:solidFill>
                <a:latin typeface="Palatino"/>
                <a:ea typeface="+mn-ea"/>
                <a:cs typeface="Palatino"/>
              </a:defRPr>
            </a:lvl5pPr>
            <a:lvl6pPr marL="8118386" indent="-738035" algn="l" defTabSz="1476070" rtl="0" eaLnBrk="1" latinLnBrk="0" hangingPunct="1">
              <a:spcBef>
                <a:spcPct val="20000"/>
              </a:spcBef>
              <a:buFont typeface="Arial"/>
              <a:buChar char="•"/>
              <a:defRPr sz="6500" kern="1200">
                <a:solidFill>
                  <a:schemeClr val="tx1"/>
                </a:solidFill>
                <a:latin typeface="+mn-lt"/>
                <a:ea typeface="+mn-ea"/>
                <a:cs typeface="+mn-cs"/>
              </a:defRPr>
            </a:lvl6pPr>
            <a:lvl7pPr marL="9594456" indent="-738035" algn="l" defTabSz="1476070" rtl="0" eaLnBrk="1" latinLnBrk="0" hangingPunct="1">
              <a:spcBef>
                <a:spcPct val="20000"/>
              </a:spcBef>
              <a:buFont typeface="Arial"/>
              <a:buChar char="•"/>
              <a:defRPr sz="6500" kern="1200">
                <a:solidFill>
                  <a:schemeClr val="tx1"/>
                </a:solidFill>
                <a:latin typeface="+mn-lt"/>
                <a:ea typeface="+mn-ea"/>
                <a:cs typeface="+mn-cs"/>
              </a:defRPr>
            </a:lvl7pPr>
            <a:lvl8pPr marL="11070527" indent="-738035" algn="l" defTabSz="1476070" rtl="0" eaLnBrk="1" latinLnBrk="0" hangingPunct="1">
              <a:spcBef>
                <a:spcPct val="20000"/>
              </a:spcBef>
              <a:buFont typeface="Arial"/>
              <a:buChar char="•"/>
              <a:defRPr sz="6500" kern="1200">
                <a:solidFill>
                  <a:schemeClr val="tx1"/>
                </a:solidFill>
                <a:latin typeface="+mn-lt"/>
                <a:ea typeface="+mn-ea"/>
                <a:cs typeface="+mn-cs"/>
              </a:defRPr>
            </a:lvl8pPr>
            <a:lvl9pPr marL="12546597" indent="-738035" algn="l" defTabSz="1476070" rtl="0" eaLnBrk="1" latinLnBrk="0" hangingPunct="1">
              <a:spcBef>
                <a:spcPct val="20000"/>
              </a:spcBef>
              <a:buFont typeface="Arial"/>
              <a:buChar char="•"/>
              <a:defRPr sz="6500" kern="1200">
                <a:solidFill>
                  <a:schemeClr val="tx1"/>
                </a:solidFill>
                <a:latin typeface="+mn-lt"/>
                <a:ea typeface="+mn-ea"/>
                <a:cs typeface="+mn-cs"/>
              </a:defRPr>
            </a:lvl9pPr>
          </a:lstStyle>
          <a:p>
            <a:r>
              <a:rPr lang="it-IT" sz="4800">
                <a:solidFill>
                  <a:srgbClr val="002B49"/>
                </a:solidFill>
                <a:latin typeface="Arial"/>
                <a:cs typeface="Arial"/>
              </a:rPr>
              <a:t>Francesco PIZZATO</a:t>
            </a:r>
          </a:p>
        </p:txBody>
      </p:sp>
      <p:sp>
        <p:nvSpPr>
          <p:cNvPr id="7" name="Content Placeholder 6"/>
          <p:cNvSpPr>
            <a:spLocks noGrp="1"/>
          </p:cNvSpPr>
          <p:nvPr>
            <p:ph idx="14"/>
          </p:nvPr>
        </p:nvSpPr>
        <p:spPr>
          <a:xfrm>
            <a:off x="11025959" y="7833888"/>
            <a:ext cx="8935963" cy="21105224"/>
          </a:xfrm>
        </p:spPr>
        <p:txBody>
          <a:bodyPr vert="horz" lIns="0" tIns="54000" rIns="108000" bIns="54000" numCol="1" spcCol="0" rtlCol="0" anchor="t">
            <a:noAutofit/>
          </a:bodyPr>
          <a:lstStyle/>
          <a:p>
            <a:pPr marL="535940" indent="-535940">
              <a:buAutoNum type="arabicPeriod" startAt="4"/>
            </a:pPr>
            <a:r>
              <a:rPr lang="en-US" sz="4000" dirty="0">
                <a:latin typeface="Arial"/>
                <a:cs typeface="Arial"/>
              </a:rPr>
              <a:t>Results</a:t>
            </a:r>
            <a:endParaRPr lang="en-US" dirty="0">
              <a:cs typeface="Arial"/>
            </a:endParaRPr>
          </a:p>
          <a:p>
            <a:pPr marL="535940" lvl="1" indent="-535940">
              <a:spcBef>
                <a:spcPts val="20"/>
              </a:spcBef>
              <a:buChar char="•"/>
            </a:pPr>
            <a:r>
              <a:rPr lang="en-US" sz="3200">
                <a:latin typeface="Arial"/>
                <a:cs typeface="Arial"/>
              </a:rPr>
              <a:t>Intent-based approach to configure network isolation primitives (e.g., Kubernetes Network Policy) across cloud computing continuum, creating secure borders between workloads.</a:t>
            </a:r>
          </a:p>
          <a:p>
            <a:pPr marL="535940" lvl="1" indent="-535940">
              <a:spcBef>
                <a:spcPts val="20"/>
              </a:spcBef>
              <a:buFont typeface="Arial"/>
              <a:buChar char="•"/>
            </a:pPr>
            <a:endParaRPr lang="en-US" sz="3200">
              <a:latin typeface="Arial"/>
              <a:cs typeface="Arial"/>
            </a:endParaRPr>
          </a:p>
          <a:p>
            <a:pPr marL="535940" lvl="1" indent="-535940">
              <a:spcBef>
                <a:spcPts val="20"/>
              </a:spcBef>
              <a:buFont typeface="Arial"/>
              <a:buChar char="•"/>
            </a:pPr>
            <a:endParaRPr lang="en-US" sz="3200">
              <a:latin typeface="Arial"/>
              <a:cs typeface="Arial"/>
            </a:endParaRPr>
          </a:p>
          <a:p>
            <a:pPr marL="535940" lvl="1" indent="-535940">
              <a:spcBef>
                <a:spcPts val="20"/>
              </a:spcBef>
              <a:buFont typeface="Arial"/>
              <a:buChar char="•"/>
            </a:pPr>
            <a:endParaRPr lang="en-US" sz="3200">
              <a:latin typeface="Arial"/>
              <a:cs typeface="Arial"/>
            </a:endParaRPr>
          </a:p>
          <a:p>
            <a:pPr marL="535940" lvl="1" indent="-535940">
              <a:spcBef>
                <a:spcPts val="20"/>
              </a:spcBef>
              <a:buFont typeface="Arial"/>
              <a:buChar char="•"/>
            </a:pPr>
            <a:endParaRPr lang="en-US" sz="3200">
              <a:latin typeface="Arial"/>
              <a:cs typeface="Arial"/>
            </a:endParaRPr>
          </a:p>
          <a:p>
            <a:pPr marL="535940" lvl="1" indent="-535940">
              <a:spcBef>
                <a:spcPts val="20"/>
              </a:spcBef>
              <a:buFont typeface="Arial"/>
              <a:buChar char="•"/>
            </a:pPr>
            <a:endParaRPr lang="en-US" sz="3200">
              <a:latin typeface="Arial"/>
              <a:cs typeface="Arial"/>
            </a:endParaRPr>
          </a:p>
          <a:p>
            <a:pPr marL="535940" lvl="1" indent="-535940">
              <a:spcBef>
                <a:spcPts val="20"/>
              </a:spcBef>
              <a:buFont typeface="Arial"/>
              <a:buChar char="•"/>
            </a:pPr>
            <a:endParaRPr lang="en-US" sz="3200">
              <a:latin typeface="Arial"/>
              <a:cs typeface="Arial"/>
            </a:endParaRPr>
          </a:p>
          <a:p>
            <a:pPr marL="535940" lvl="1" indent="-535940">
              <a:spcBef>
                <a:spcPts val="20"/>
              </a:spcBef>
              <a:buFont typeface="Arial"/>
              <a:buChar char="•"/>
            </a:pPr>
            <a:endParaRPr lang="en-US" sz="3200">
              <a:latin typeface="Arial"/>
              <a:cs typeface="Arial"/>
            </a:endParaRPr>
          </a:p>
          <a:p>
            <a:pPr marL="535940" lvl="1" indent="-535940">
              <a:spcBef>
                <a:spcPts val="20"/>
              </a:spcBef>
              <a:buFont typeface="Arial"/>
              <a:buChar char="•"/>
            </a:pPr>
            <a:r>
              <a:rPr lang="en-US" sz="3200">
                <a:latin typeface="Arial"/>
                <a:cs typeface="Arial"/>
              </a:rPr>
              <a:t>Optimized approach for the reconfiguration of distributed FWs achieving faster computation times and formal satisfaction of a new set </a:t>
            </a:r>
            <a:r>
              <a:rPr lang="en-US" sz="3200" dirty="0">
                <a:latin typeface="Arial"/>
                <a:cs typeface="Arial"/>
              </a:rPr>
              <a:t>of Network Security Requirements (NSRs).</a:t>
            </a:r>
            <a:endParaRPr lang="en-US" dirty="0"/>
          </a:p>
          <a:p>
            <a:pPr marL="535940" lvl="1" indent="-535940">
              <a:spcBef>
                <a:spcPts val="20"/>
              </a:spcBef>
              <a:buFont typeface="Arial"/>
              <a:buChar char="•"/>
            </a:pPr>
            <a:endParaRPr lang="en-US" sz="3200">
              <a:latin typeface="Arial"/>
              <a:cs typeface="Arial"/>
            </a:endParaRPr>
          </a:p>
          <a:p>
            <a:pPr marL="535940" lvl="1" indent="-535940">
              <a:spcBef>
                <a:spcPts val="20"/>
              </a:spcBef>
              <a:buFont typeface="Arial"/>
              <a:buChar char="•"/>
            </a:pPr>
            <a:endParaRPr lang="en-US" sz="3200">
              <a:latin typeface="Arial"/>
              <a:cs typeface="Arial"/>
            </a:endParaRPr>
          </a:p>
          <a:p>
            <a:pPr marL="535940" lvl="1" indent="-535940">
              <a:spcBef>
                <a:spcPts val="20"/>
              </a:spcBef>
              <a:buFont typeface="Arial"/>
              <a:buChar char="•"/>
            </a:pPr>
            <a:endParaRPr lang="en-US" sz="3200">
              <a:latin typeface="Arial"/>
              <a:cs typeface="Arial"/>
            </a:endParaRPr>
          </a:p>
          <a:p>
            <a:pPr marL="535940" lvl="1" indent="-535940">
              <a:spcBef>
                <a:spcPts val="20"/>
              </a:spcBef>
              <a:buFont typeface="Arial"/>
              <a:buChar char="•"/>
            </a:pPr>
            <a:endParaRPr lang="en-US" sz="3200">
              <a:latin typeface="Arial"/>
              <a:cs typeface="Arial"/>
            </a:endParaRPr>
          </a:p>
          <a:p>
            <a:pPr marL="535940" lvl="1" indent="-535940">
              <a:spcBef>
                <a:spcPts val="20"/>
              </a:spcBef>
              <a:buFont typeface="Arial"/>
              <a:buChar char="•"/>
            </a:pPr>
            <a:endParaRPr lang="en-US" sz="3200">
              <a:latin typeface="Arial"/>
              <a:cs typeface="Arial"/>
            </a:endParaRPr>
          </a:p>
          <a:p>
            <a:pPr marL="535940" lvl="1" indent="-535940">
              <a:spcBef>
                <a:spcPts val="20"/>
              </a:spcBef>
              <a:buFont typeface="Arial"/>
              <a:buChar char="•"/>
            </a:pPr>
            <a:endParaRPr lang="en-US" sz="3200">
              <a:latin typeface="Arial"/>
              <a:cs typeface="Arial"/>
            </a:endParaRPr>
          </a:p>
          <a:p>
            <a:pPr marL="535940" lvl="1" indent="-535940">
              <a:spcBef>
                <a:spcPts val="20"/>
              </a:spcBef>
              <a:buFont typeface="Arial"/>
              <a:buChar char="•"/>
            </a:pPr>
            <a:endParaRPr lang="en-US" sz="3200" dirty="0">
              <a:latin typeface="Arial"/>
              <a:cs typeface="Arial"/>
            </a:endParaRPr>
          </a:p>
          <a:p>
            <a:pPr marL="535940" lvl="1" indent="-535940">
              <a:spcBef>
                <a:spcPts val="20"/>
              </a:spcBef>
              <a:buFont typeface="Arial"/>
              <a:buChar char="•"/>
            </a:pPr>
            <a:r>
              <a:rPr lang="en-US" sz="3200">
                <a:latin typeface="Arial"/>
                <a:cs typeface="Arial"/>
              </a:rPr>
              <a:t>Integration of IDS systems as real-time input to automated tools to dynamically reconfigure security posture in response to an </a:t>
            </a:r>
            <a:r>
              <a:rPr lang="en-US" sz="3200" dirty="0">
                <a:latin typeface="Arial"/>
                <a:cs typeface="Arial"/>
              </a:rPr>
              <a:t>attack.</a:t>
            </a:r>
          </a:p>
          <a:p>
            <a:pPr marL="535940" lvl="1" indent="-535940">
              <a:spcBef>
                <a:spcPts val="20"/>
              </a:spcBef>
              <a:buFont typeface="Arial"/>
              <a:buChar char="•"/>
            </a:pPr>
            <a:endParaRPr lang="en-US" sz="3200">
              <a:latin typeface="Arial"/>
              <a:cs typeface="Arial"/>
            </a:endParaRPr>
          </a:p>
          <a:p>
            <a:pPr marL="535940" lvl="1" indent="-535940">
              <a:spcBef>
                <a:spcPts val="20"/>
              </a:spcBef>
              <a:buFont typeface="Arial"/>
              <a:buChar char="•"/>
            </a:pPr>
            <a:endParaRPr lang="en-US" sz="2800" dirty="0">
              <a:latin typeface="Arial"/>
              <a:cs typeface="Arial"/>
            </a:endParaRPr>
          </a:p>
          <a:p>
            <a:pPr marL="535940" lvl="1" indent="-535940">
              <a:spcBef>
                <a:spcPts val="20"/>
              </a:spcBef>
              <a:buFont typeface="Arial"/>
              <a:buChar char="•"/>
            </a:pPr>
            <a:endParaRPr lang="en-US" sz="2800" dirty="0">
              <a:latin typeface="Arial"/>
              <a:cs typeface="Arial"/>
            </a:endParaRPr>
          </a:p>
          <a:p>
            <a:pPr marL="535940" lvl="1" indent="-535940">
              <a:spcBef>
                <a:spcPts val="20"/>
              </a:spcBef>
              <a:buFont typeface="Arial"/>
              <a:buChar char="•"/>
            </a:pPr>
            <a:endParaRPr lang="en-US" sz="2800" dirty="0">
              <a:latin typeface="Arial"/>
              <a:cs typeface="Arial"/>
            </a:endParaRPr>
          </a:p>
          <a:p>
            <a:pPr marL="535940" lvl="1" indent="-535940">
              <a:spcBef>
                <a:spcPts val="20"/>
              </a:spcBef>
              <a:buFont typeface="Arial"/>
              <a:buChar char="•"/>
            </a:pPr>
            <a:endParaRPr lang="en-US" sz="2800" dirty="0">
              <a:latin typeface="Arial"/>
              <a:cs typeface="Arial"/>
            </a:endParaRPr>
          </a:p>
          <a:p>
            <a:pPr marL="535940" lvl="1" indent="-535940">
              <a:spcBef>
                <a:spcPts val="20"/>
              </a:spcBef>
              <a:buFont typeface="Arial"/>
              <a:buChar char="•"/>
            </a:pPr>
            <a:endParaRPr lang="en-US" sz="2800" dirty="0">
              <a:latin typeface="Arial"/>
              <a:cs typeface="Arial"/>
            </a:endParaRPr>
          </a:p>
          <a:p>
            <a:pPr marL="535940" lvl="1" indent="-535940">
              <a:spcBef>
                <a:spcPts val="20"/>
              </a:spcBef>
              <a:buFont typeface="Arial"/>
              <a:buChar char="•"/>
            </a:pPr>
            <a:endParaRPr lang="en-US" sz="3200">
              <a:latin typeface="Arial"/>
              <a:cs typeface="Arial"/>
            </a:endParaRPr>
          </a:p>
          <a:p>
            <a:pPr marL="535940" lvl="1" indent="-535940">
              <a:spcBef>
                <a:spcPts val="20"/>
              </a:spcBef>
              <a:buFont typeface="Arial"/>
              <a:buChar char="•"/>
            </a:pPr>
            <a:r>
              <a:rPr lang="en-US" sz="3200">
                <a:latin typeface="Arial"/>
                <a:cs typeface="Arial"/>
              </a:rPr>
              <a:t>Ongoing: applying Information Flow Control (IFC) for serverless authorization, formal cloud verification, and parallel refinement for distributed firewalls.</a:t>
            </a:r>
          </a:p>
          <a:p>
            <a:pPr marL="535940" indent="-535940">
              <a:buAutoNum type="arabicPeriod" startAt="4"/>
            </a:pPr>
            <a:r>
              <a:rPr lang="en-US" sz="4000" dirty="0">
                <a:latin typeface="Arial"/>
                <a:cs typeface="Arial"/>
              </a:rPr>
              <a:t>References</a:t>
            </a:r>
          </a:p>
          <a:p>
            <a:pPr marL="457200" lvl="1" indent="-457200">
              <a:buChar char="•"/>
            </a:pPr>
            <a:r>
              <a:rPr lang="en-US" sz="2000" dirty="0">
                <a:latin typeface="Arial"/>
                <a:cs typeface="Arial"/>
              </a:rPr>
              <a:t>F. Pizzato, D. </a:t>
            </a:r>
            <a:r>
              <a:rPr lang="en-US" sz="2000" dirty="0" err="1">
                <a:latin typeface="Arial"/>
                <a:cs typeface="Arial"/>
              </a:rPr>
              <a:t>Bringhenti</a:t>
            </a:r>
            <a:r>
              <a:rPr lang="en-US" sz="2000" dirty="0">
                <a:latin typeface="Arial"/>
                <a:cs typeface="Arial"/>
              </a:rPr>
              <a:t>, R. Sisto and F. Valenza, "An intent-based solution for network isolation in Kubernetes." IEEE Int. Conf. on Network </a:t>
            </a:r>
            <a:r>
              <a:rPr lang="en-US" sz="2000" dirty="0" err="1">
                <a:latin typeface="Arial"/>
                <a:cs typeface="Arial"/>
              </a:rPr>
              <a:t>Softwarization</a:t>
            </a:r>
            <a:r>
              <a:rPr lang="en-US" sz="2000" dirty="0">
                <a:latin typeface="Arial"/>
                <a:cs typeface="Arial"/>
              </a:rPr>
              <a:t> (NetSoft), Saint Louis, MO, USA, 2024.</a:t>
            </a:r>
            <a:endParaRPr lang="en-US" sz="3200" dirty="0">
              <a:latin typeface="Arial"/>
              <a:cs typeface="Arial"/>
            </a:endParaRPr>
          </a:p>
          <a:p>
            <a:pPr marL="457200" lvl="1" indent="-457200">
              <a:buChar char="•"/>
            </a:pPr>
            <a:r>
              <a:rPr lang="en-US" sz="2000" dirty="0">
                <a:latin typeface="Arial"/>
                <a:cs typeface="Arial"/>
              </a:rPr>
              <a:t>F. Pizzato, D. </a:t>
            </a:r>
            <a:r>
              <a:rPr lang="en-US" sz="2000" dirty="0" err="1">
                <a:latin typeface="Arial"/>
                <a:cs typeface="Arial"/>
              </a:rPr>
              <a:t>Bringhenti</a:t>
            </a:r>
            <a:r>
              <a:rPr lang="en-US" sz="2000" dirty="0">
                <a:latin typeface="Arial"/>
                <a:cs typeface="Arial"/>
              </a:rPr>
              <a:t>, R. Sisto and F. Valenza, "Automatic and optimized firewall reconfiguration." IEEE Network Operations and Management Symposium (NOMS), Seoul, Korea, Republic of, 2024.</a:t>
            </a:r>
            <a:endParaRPr lang="en-US" sz="3200" dirty="0">
              <a:latin typeface="Arial"/>
              <a:cs typeface="Arial"/>
            </a:endParaRPr>
          </a:p>
          <a:p>
            <a:pPr marL="457200" lvl="1" indent="-457200">
              <a:buChar char="•"/>
            </a:pPr>
            <a:r>
              <a:rPr lang="en-US" sz="2000" b="0" u="none" dirty="0">
                <a:solidFill>
                  <a:srgbClr val="002B49"/>
                </a:solidFill>
                <a:uFillTx/>
                <a:latin typeface="Arial"/>
                <a:cs typeface="Arial"/>
              </a:rPr>
              <a:t>F. Pizzato, D. </a:t>
            </a:r>
            <a:r>
              <a:rPr lang="en-US" sz="2000" b="0" u="none" dirty="0" err="1">
                <a:solidFill>
                  <a:srgbClr val="002B49"/>
                </a:solidFill>
                <a:uFillTx/>
                <a:latin typeface="Arial"/>
                <a:cs typeface="Arial"/>
              </a:rPr>
              <a:t>Bringhenti</a:t>
            </a:r>
            <a:r>
              <a:rPr lang="en-US" sz="2000" b="0" u="none" dirty="0">
                <a:solidFill>
                  <a:srgbClr val="002B49"/>
                </a:solidFill>
                <a:uFillTx/>
                <a:latin typeface="Arial"/>
                <a:cs typeface="Arial"/>
              </a:rPr>
              <a:t>, R. Sisto and F. Valenza, "Autonomous Attack Mitigation Through Firewall Reconfiguration." International Journal of Network Management, 2025.</a:t>
            </a:r>
            <a:endParaRPr lang="en-US" sz="3200" b="0" u="none" dirty="0">
              <a:solidFill>
                <a:srgbClr val="002B49"/>
              </a:solidFill>
              <a:uFillTx/>
              <a:latin typeface="Arial"/>
              <a:cs typeface="Arial"/>
            </a:endParaRPr>
          </a:p>
        </p:txBody>
      </p:sp>
      <p:sp>
        <p:nvSpPr>
          <p:cNvPr id="5" name="TextBox 14">
            <a:extLst>
              <a:ext uri="{FF2B5EF4-FFF2-40B4-BE49-F238E27FC236}">
                <a16:creationId xmlns:a16="http://schemas.microsoft.com/office/drawing/2014/main" id="{B8BCAF1A-5FE3-7D39-482A-D0F3F857FD17}"/>
              </a:ext>
            </a:extLst>
          </p:cNvPr>
          <p:cNvSpPr txBox="1"/>
          <p:nvPr/>
        </p:nvSpPr>
        <p:spPr>
          <a:xfrm>
            <a:off x="9483237" y="6969776"/>
            <a:ext cx="3736365" cy="423709"/>
          </a:xfrm>
          <a:prstGeom prst="rect">
            <a:avLst/>
          </a:prstGeom>
        </p:spPr>
        <p:txBody>
          <a:bodyPr vert="horz" wrap="none" lIns="0" tIns="54000" rIns="0" bIns="54000" numCol="1" spcCol="0" rtlCol="0" anchor="ctr">
            <a:noAutofit/>
          </a:bodyPr>
          <a:lstStyle>
            <a:lvl1pPr lvl="0" indent="0" algn="ctr">
              <a:spcBef>
                <a:spcPts val="0"/>
              </a:spcBef>
              <a:buFont typeface="Arial"/>
              <a:buNone/>
              <a:defRPr sz="2800" b="0" i="0" u="dotted" baseline="0">
                <a:uFill>
                  <a:solidFill>
                    <a:srgbClr val="0E2250"/>
                  </a:solidFill>
                </a:uFill>
                <a:latin typeface="Helvetica Neue"/>
                <a:cs typeface="Helvetica Neue"/>
              </a:defRPr>
            </a:lvl1pPr>
            <a:lvl2pPr marL="0" indent="352425" algn="ctr">
              <a:spcBef>
                <a:spcPts val="0"/>
              </a:spcBef>
              <a:buFont typeface="Arial"/>
              <a:buNone/>
              <a:defRPr sz="4800" b="1">
                <a:latin typeface="Palatino"/>
                <a:cs typeface="Palatino"/>
              </a:defRPr>
            </a:lvl2pPr>
            <a:lvl3pPr marL="0" indent="0" algn="ctr" defTabSz="-9525">
              <a:spcBef>
                <a:spcPts val="0"/>
              </a:spcBef>
              <a:buFont typeface="Arial"/>
              <a:buNone/>
              <a:defRPr sz="4800" b="1">
                <a:latin typeface="Palatino"/>
                <a:cs typeface="Palatino"/>
              </a:defRPr>
            </a:lvl3pPr>
            <a:lvl4pPr marL="0" indent="0" algn="ctr">
              <a:spcBef>
                <a:spcPts val="0"/>
              </a:spcBef>
              <a:buFont typeface="Arial"/>
              <a:buNone/>
              <a:defRPr sz="4800" b="1">
                <a:latin typeface="Palatino"/>
                <a:cs typeface="Palatino"/>
              </a:defRPr>
            </a:lvl4pPr>
            <a:lvl5pPr marL="0" indent="0" algn="ctr">
              <a:spcBef>
                <a:spcPts val="0"/>
              </a:spcBef>
              <a:buFont typeface="Arial"/>
              <a:buNone/>
              <a:defRPr sz="4800" b="1">
                <a:latin typeface="Palatino"/>
                <a:cs typeface="Palatino"/>
              </a:defRPr>
            </a:lvl5pPr>
            <a:lvl6pPr marL="8118386" indent="-738035">
              <a:spcBef>
                <a:spcPct val="20000"/>
              </a:spcBef>
              <a:buFont typeface="Arial"/>
              <a:buChar char="•"/>
              <a:defRPr sz="6500"/>
            </a:lvl6pPr>
            <a:lvl7pPr marL="9594456" indent="-738035">
              <a:spcBef>
                <a:spcPct val="20000"/>
              </a:spcBef>
              <a:buFont typeface="Arial"/>
              <a:buChar char="•"/>
              <a:defRPr sz="6500"/>
            </a:lvl7pPr>
            <a:lvl8pPr marL="11070527" indent="-738035">
              <a:spcBef>
                <a:spcPct val="20000"/>
              </a:spcBef>
              <a:buFont typeface="Arial"/>
              <a:buChar char="•"/>
              <a:defRPr sz="6500"/>
            </a:lvl8pPr>
            <a:lvl9pPr marL="12546597" indent="-738035">
              <a:spcBef>
                <a:spcPct val="20000"/>
              </a:spcBef>
              <a:buFont typeface="Arial"/>
              <a:buChar char="•"/>
              <a:defRPr sz="6500"/>
            </a:lvl9pPr>
          </a:lstStyle>
          <a:p>
            <a:pPr lvl="0" algn="r"/>
            <a:r>
              <a:rPr lang="en-US">
                <a:solidFill>
                  <a:srgbClr val="002B49"/>
                </a:solidFill>
                <a:latin typeface="Arial"/>
                <a:cs typeface="Arial"/>
              </a:rPr>
              <a:t>Email: francesco.pizzato@polito.it</a:t>
            </a:r>
          </a:p>
        </p:txBody>
      </p:sp>
      <p:sp>
        <p:nvSpPr>
          <p:cNvPr id="10" name="Rettangolo con angoli arrotondati 9">
            <a:extLst>
              <a:ext uri="{FF2B5EF4-FFF2-40B4-BE49-F238E27FC236}">
                <a16:creationId xmlns:a16="http://schemas.microsoft.com/office/drawing/2014/main" id="{B9E12566-101D-1CE9-B32F-911A7E98C9C1}"/>
              </a:ext>
            </a:extLst>
          </p:cNvPr>
          <p:cNvSpPr/>
          <p:nvPr/>
        </p:nvSpPr>
        <p:spPr>
          <a:xfrm>
            <a:off x="1069419" y="7755886"/>
            <a:ext cx="19249549" cy="22263294"/>
          </a:xfrm>
          <a:prstGeom prst="roundRect">
            <a:avLst>
              <a:gd name="adj" fmla="val 3092"/>
            </a:avLst>
          </a:prstGeom>
          <a:noFill/>
          <a:ln>
            <a:solidFill>
              <a:srgbClr val="0E2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pic>
        <p:nvPicPr>
          <p:cNvPr id="11" name="Picture 10" descr="A diagram of a security system&#10;&#10;AI-generated content may be incorrect.">
            <a:extLst>
              <a:ext uri="{FF2B5EF4-FFF2-40B4-BE49-F238E27FC236}">
                <a16:creationId xmlns:a16="http://schemas.microsoft.com/office/drawing/2014/main" id="{8B5E28C7-9A53-0B2F-C6DA-04A1F85CB2A4}"/>
              </a:ext>
            </a:extLst>
          </p:cNvPr>
          <p:cNvPicPr>
            <a:picLocks noChangeAspect="1"/>
          </p:cNvPicPr>
          <p:nvPr/>
        </p:nvPicPr>
        <p:blipFill>
          <a:blip r:embed="rId2"/>
          <a:stretch>
            <a:fillRect/>
          </a:stretch>
        </p:blipFill>
        <p:spPr>
          <a:xfrm>
            <a:off x="11349237" y="10771514"/>
            <a:ext cx="8018739" cy="3095938"/>
          </a:xfrm>
          <a:prstGeom prst="rect">
            <a:avLst/>
          </a:prstGeom>
        </p:spPr>
      </p:pic>
      <p:pic>
        <p:nvPicPr>
          <p:cNvPr id="12" name="Picture 11" descr="A diagram of a firewall&#10;&#10;AI-generated content may be incorrect.">
            <a:extLst>
              <a:ext uri="{FF2B5EF4-FFF2-40B4-BE49-F238E27FC236}">
                <a16:creationId xmlns:a16="http://schemas.microsoft.com/office/drawing/2014/main" id="{19369233-A043-8E46-E9F7-BC24B569F08C}"/>
              </a:ext>
            </a:extLst>
          </p:cNvPr>
          <p:cNvPicPr>
            <a:picLocks noChangeAspect="1"/>
          </p:cNvPicPr>
          <p:nvPr/>
        </p:nvPicPr>
        <p:blipFill>
          <a:blip r:embed="rId3"/>
          <a:srcRect l="-1266" r="2672" b="-503"/>
          <a:stretch>
            <a:fillRect/>
          </a:stretch>
        </p:blipFill>
        <p:spPr>
          <a:xfrm>
            <a:off x="10826628" y="20947507"/>
            <a:ext cx="9341010" cy="2675935"/>
          </a:xfrm>
          <a:prstGeom prst="rect">
            <a:avLst/>
          </a:prstGeom>
        </p:spPr>
      </p:pic>
      <p:pic>
        <p:nvPicPr>
          <p:cNvPr id="13" name="Picture 12" descr="A graph with numbers and lines&#10;&#10;AI-generated content may be incorrect.">
            <a:extLst>
              <a:ext uri="{FF2B5EF4-FFF2-40B4-BE49-F238E27FC236}">
                <a16:creationId xmlns:a16="http://schemas.microsoft.com/office/drawing/2014/main" id="{7CE69C22-4FFE-33D4-1D7F-75C0DC0CA5A9}"/>
              </a:ext>
            </a:extLst>
          </p:cNvPr>
          <p:cNvPicPr>
            <a:picLocks noChangeAspect="1"/>
          </p:cNvPicPr>
          <p:nvPr/>
        </p:nvPicPr>
        <p:blipFill>
          <a:blip r:embed="rId4"/>
          <a:stretch>
            <a:fillRect/>
          </a:stretch>
        </p:blipFill>
        <p:spPr>
          <a:xfrm>
            <a:off x="12151182" y="16015978"/>
            <a:ext cx="6706321" cy="3297695"/>
          </a:xfrm>
          <a:prstGeom prst="rect">
            <a:avLst/>
          </a:prstGeom>
        </p:spPr>
      </p:pic>
    </p:spTree>
    <p:extLst>
      <p:ext uri="{BB962C8B-B14F-4D97-AF65-F5344CB8AC3E}">
        <p14:creationId xmlns:p14="http://schemas.microsoft.com/office/powerpoint/2010/main" val="16901943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D73DB14A085E7041B63C7B8AD307270D" ma:contentTypeVersion="13" ma:contentTypeDescription="Creare un nuovo documento." ma:contentTypeScope="" ma:versionID="e33a041e3355aeb68f456a65d7585748">
  <xsd:schema xmlns:xsd="http://www.w3.org/2001/XMLSchema" xmlns:xs="http://www.w3.org/2001/XMLSchema" xmlns:p="http://schemas.microsoft.com/office/2006/metadata/properties" xmlns:ns2="1ba81e97-3df0-4359-b196-e83559a21ea2" xmlns:ns3="dd434550-8bf0-4708-a74b-e392f8ed5109" targetNamespace="http://schemas.microsoft.com/office/2006/metadata/properties" ma:root="true" ma:fieldsID="c4653c78e5b17ff3fd82fe73f9388e30" ns2:_="" ns3:_="">
    <xsd:import namespace="1ba81e97-3df0-4359-b196-e83559a21ea2"/>
    <xsd:import namespace="dd434550-8bf0-4708-a74b-e392f8ed5109"/>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LengthInSecond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a81e97-3df0-4359-b196-e83559a21e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Tag immagine" ma:readOnly="false" ma:fieldId="{5cf76f15-5ced-4ddc-b409-7134ff3c332f}" ma:taxonomyMulti="true" ma:sspId="01d839f4-5e4e-4afa-85c1-b6ecef325b10" ma:termSetId="09814cd3-568e-fe90-9814-8d621ff8fb84" ma:anchorId="fba54fb3-c3e1-fe81-a776-ca4b69148c4d" ma:open="true" ma:isKeyword="false">
      <xsd:complexType>
        <xsd:sequence>
          <xsd:element ref="pc:Terms" minOccurs="0" maxOccurs="1"/>
        </xsd:sequence>
      </xsd:complex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d434550-8bf0-4708-a74b-e392f8ed5109" elementFormDefault="qualified">
    <xsd:import namespace="http://schemas.microsoft.com/office/2006/documentManagement/types"/>
    <xsd:import namespace="http://schemas.microsoft.com/office/infopath/2007/PartnerControls"/>
    <xsd:element name="SharedWithUsers" ma:index="15"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Condiviso con dettagli"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ba81e97-3df0-4359-b196-e83559a21ea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9C162D7-6147-46DE-910A-06CA13F2F0E4}"/>
</file>

<file path=customXml/itemProps2.xml><?xml version="1.0" encoding="utf-8"?>
<ds:datastoreItem xmlns:ds="http://schemas.openxmlformats.org/officeDocument/2006/customXml" ds:itemID="{0565421A-3D31-48D2-9F0E-6B34460D92E2}">
  <ds:schemaRefs>
    <ds:schemaRef ds:uri="http://schemas.microsoft.com/sharepoint/v3/contenttype/forms"/>
  </ds:schemaRefs>
</ds:datastoreItem>
</file>

<file path=customXml/itemProps3.xml><?xml version="1.0" encoding="utf-8"?>
<ds:datastoreItem xmlns:ds="http://schemas.openxmlformats.org/officeDocument/2006/customXml" ds:itemID="{8FA00ADE-3825-4307-9BA4-7E60A87692EA}">
  <ds:schemaRefs>
    <ds:schemaRef ds:uri="0458f061-9cc3-4cd3-8e68-4c65f7431fcf"/>
    <ds:schemaRef ds:uri="1ba81e97-3df0-4359-b196-e83559a21ea2"/>
    <ds:schemaRef ds:uri="ce7a3319-2608-4dfd-9c57-0d54a957a7d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Security Automation and Optimization  in Cloud Environment</vt:lpstr>
    </vt:vector>
  </TitlesOfParts>
  <Manager/>
  <Company>Politecnico di Torino</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PhD in Computer and Control Engineering Poster</dc:title>
  <dc:subject>Template</dc:subject>
  <dc:creator>Marco Torchiano</dc:creator>
  <cp:keywords/>
  <dc:description>This documents contains the template for preparing the poster required for the final exam of the PhD in Computer and Control Engineering at Politecnico di Torino</dc:description>
  <cp:revision>61</cp:revision>
  <cp:lastPrinted>2014-09-22T15:58:28Z</cp:lastPrinted>
  <dcterms:created xsi:type="dcterms:W3CDTF">2014-07-16T09:21:16Z</dcterms:created>
  <dcterms:modified xsi:type="dcterms:W3CDTF">2025-09-26T17:18:28Z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0x010100D73DB14A085E7041B63C7B8AD307270D</vt:lpwstr>
  </property>
  <property fmtid="{D5CDD505-2E9C-101B-9397-08002B2CF9AE}" pid="3" name="MediaServiceImageTags">
    <vt:lpwstr/>
  </property>
</Properties>
</file>