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65" r:id="rId6"/>
    <p:sldId id="260" r:id="rId7"/>
    <p:sldId id="273" r:id="rId8"/>
    <p:sldId id="261" r:id="rId9"/>
    <p:sldId id="262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9BpQuddLg1igdd6b/pziVR3ax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A2C71-38AE-6428-049D-E9FBB8263687}" v="48" dt="2025-10-29T09:20:09.482"/>
    <p1510:client id="{33000FD9-77A5-9325-396D-5D063714D147}" v="98" dt="2025-10-29T09:24:19.331"/>
    <p1510:client id="{3D9E2FFD-90F8-41CA-B94A-9E77E789D057}" v="36" dt="2025-10-29T08:42:22.237"/>
    <p1510:client id="{97992357-0FC8-D413-8978-BE8016EBB1FB}" v="228" dt="2025-10-29T09:07:17.544"/>
    <p1510:client id="{EA3D364D-004F-DCF0-1126-C8E1326255BD}" v="242" dt="2025-10-29T11:33:08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7992357-0FC8-D413-8978-BE8016EBB1FB}"/>
    <pc:docChg chg="modSld">
      <pc:chgData name="" userId="" providerId="" clId="Web-{97992357-0FC8-D413-8978-BE8016EBB1FB}" dt="2025-10-29T08:50:41.372" v="0" actId="20577"/>
      <pc:docMkLst>
        <pc:docMk/>
      </pc:docMkLst>
      <pc:sldChg chg="modSp">
        <pc:chgData name="" userId="" providerId="" clId="Web-{97992357-0FC8-D413-8978-BE8016EBB1FB}" dt="2025-10-29T08:50:41.372" v="0" actId="20577"/>
        <pc:sldMkLst>
          <pc:docMk/>
          <pc:sldMk cId="0" sldId="256"/>
        </pc:sldMkLst>
        <pc:spChg chg="mod">
          <ac:chgData name="" userId="" providerId="" clId="Web-{97992357-0FC8-D413-8978-BE8016EBB1FB}" dt="2025-10-29T08:50:41.372" v="0" actId="20577"/>
          <ac:spMkLst>
            <pc:docMk/>
            <pc:sldMk cId="0" sldId="256"/>
            <ac:spMk id="45" creationId="{00000000-0000-0000-0000-000000000000}"/>
          </ac:spMkLst>
        </pc:spChg>
      </pc:sldChg>
    </pc:docChg>
  </pc:docChgLst>
  <pc:docChgLst>
    <pc:chgData name="Francesco  Pizzato" userId="S::francesco.pizzato@polito.it::cce99b2e-d628-4a5a-aa37-143780a53bd4" providerId="AD" clId="Web-{97992357-0FC8-D413-8978-BE8016EBB1FB}"/>
    <pc:docChg chg="addSld delSld modSld">
      <pc:chgData name="Francesco  Pizzato" userId="S::francesco.pizzato@polito.it::cce99b2e-d628-4a5a-aa37-143780a53bd4" providerId="AD" clId="Web-{97992357-0FC8-D413-8978-BE8016EBB1FB}" dt="2025-10-29T09:07:17.544" v="212" actId="1076"/>
      <pc:docMkLst>
        <pc:docMk/>
      </pc:docMkLst>
      <pc:sldChg chg="modSp">
        <pc:chgData name="Francesco  Pizzato" userId="S::francesco.pizzato@polito.it::cce99b2e-d628-4a5a-aa37-143780a53bd4" providerId="AD" clId="Web-{97992357-0FC8-D413-8978-BE8016EBB1FB}" dt="2025-10-29T08:53:37.660" v="103" actId="20577"/>
        <pc:sldMkLst>
          <pc:docMk/>
          <pc:sldMk cId="0" sldId="256"/>
        </pc:sldMkLst>
        <pc:spChg chg="mod">
          <ac:chgData name="Francesco  Pizzato" userId="S::francesco.pizzato@polito.it::cce99b2e-d628-4a5a-aa37-143780a53bd4" providerId="AD" clId="Web-{97992357-0FC8-D413-8978-BE8016EBB1FB}" dt="2025-10-29T08:50:43.856" v="0" actId="20577"/>
          <ac:spMkLst>
            <pc:docMk/>
            <pc:sldMk cId="0" sldId="256"/>
            <ac:spMk id="45" creationId="{00000000-0000-0000-0000-000000000000}"/>
          </ac:spMkLst>
        </pc:spChg>
        <pc:spChg chg="mod">
          <ac:chgData name="Francesco  Pizzato" userId="S::francesco.pizzato@polito.it::cce99b2e-d628-4a5a-aa37-143780a53bd4" providerId="AD" clId="Web-{97992357-0FC8-D413-8978-BE8016EBB1FB}" dt="2025-10-29T08:51:45.328" v="36" actId="20577"/>
          <ac:spMkLst>
            <pc:docMk/>
            <pc:sldMk cId="0" sldId="256"/>
            <ac:spMk id="46" creationId="{00000000-0000-0000-0000-000000000000}"/>
          </ac:spMkLst>
        </pc:spChg>
        <pc:spChg chg="mod">
          <ac:chgData name="Francesco  Pizzato" userId="S::francesco.pizzato@polito.it::cce99b2e-d628-4a5a-aa37-143780a53bd4" providerId="AD" clId="Web-{97992357-0FC8-D413-8978-BE8016EBB1FB}" dt="2025-10-29T08:53:37.660" v="103" actId="20577"/>
          <ac:spMkLst>
            <pc:docMk/>
            <pc:sldMk cId="0" sldId="256"/>
            <ac:spMk id="47" creationId="{00000000-0000-0000-0000-000000000000}"/>
          </ac:spMkLst>
        </pc:spChg>
      </pc:sldChg>
      <pc:sldChg chg="del">
        <pc:chgData name="Francesco  Pizzato" userId="S::francesco.pizzato@polito.it::cce99b2e-d628-4a5a-aa37-143780a53bd4" providerId="AD" clId="Web-{97992357-0FC8-D413-8978-BE8016EBB1FB}" dt="2025-10-29T08:53:43.770" v="104"/>
        <pc:sldMkLst>
          <pc:docMk/>
          <pc:sldMk cId="0" sldId="257"/>
        </pc:sldMkLst>
      </pc:sldChg>
      <pc:sldChg chg="del">
        <pc:chgData name="Francesco  Pizzato" userId="S::francesco.pizzato@polito.it::cce99b2e-d628-4a5a-aa37-143780a53bd4" providerId="AD" clId="Web-{97992357-0FC8-D413-8978-BE8016EBB1FB}" dt="2025-10-29T08:53:43.957" v="105"/>
        <pc:sldMkLst>
          <pc:docMk/>
          <pc:sldMk cId="0" sldId="258"/>
        </pc:sldMkLst>
      </pc:sldChg>
      <pc:sldChg chg="del">
        <pc:chgData name="Francesco  Pizzato" userId="S::francesco.pizzato@polito.it::cce99b2e-d628-4a5a-aa37-143780a53bd4" providerId="AD" clId="Web-{97992357-0FC8-D413-8978-BE8016EBB1FB}" dt="2025-10-29T08:53:44.364" v="106"/>
        <pc:sldMkLst>
          <pc:docMk/>
          <pc:sldMk cId="0" sldId="259"/>
        </pc:sldMkLst>
      </pc:sldChg>
      <pc:sldChg chg="addSp delSp modSp">
        <pc:chgData name="Francesco  Pizzato" userId="S::francesco.pizzato@polito.it::cce99b2e-d628-4a5a-aa37-143780a53bd4" providerId="AD" clId="Web-{97992357-0FC8-D413-8978-BE8016EBB1FB}" dt="2025-10-29T09:00:30.840" v="147"/>
        <pc:sldMkLst>
          <pc:docMk/>
          <pc:sldMk cId="0" sldId="260"/>
        </pc:sldMkLst>
        <pc:spChg chg="add del mod">
          <ac:chgData name="Francesco  Pizzato" userId="S::francesco.pizzato@polito.it::cce99b2e-d628-4a5a-aa37-143780a53bd4" providerId="AD" clId="Web-{97992357-0FC8-D413-8978-BE8016EBB1FB}" dt="2025-10-29T08:55:30.820" v="140"/>
          <ac:spMkLst>
            <pc:docMk/>
            <pc:sldMk cId="0" sldId="260"/>
            <ac:spMk id="5" creationId="{7C8814D3-C8F8-A5D3-031F-F6B1BDBFCA1E}"/>
          </ac:spMkLst>
        </pc:spChg>
        <pc:spChg chg="add del mod">
          <ac:chgData name="Francesco  Pizzato" userId="S::francesco.pizzato@polito.it::cce99b2e-d628-4a5a-aa37-143780a53bd4" providerId="AD" clId="Web-{97992357-0FC8-D413-8978-BE8016EBB1FB}" dt="2025-10-29T09:00:30.840" v="147"/>
          <ac:spMkLst>
            <pc:docMk/>
            <pc:sldMk cId="0" sldId="260"/>
            <ac:spMk id="6" creationId="{EFC3B089-6E27-CA38-1CFE-7ACCE5184EEF}"/>
          </ac:spMkLst>
        </pc:spChg>
        <pc:spChg chg="add del mod">
          <ac:chgData name="Francesco  Pizzato" userId="S::francesco.pizzato@polito.it::cce99b2e-d628-4a5a-aa37-143780a53bd4" providerId="AD" clId="Web-{97992357-0FC8-D413-8978-BE8016EBB1FB}" dt="2025-10-29T09:00:30.840" v="146"/>
          <ac:spMkLst>
            <pc:docMk/>
            <pc:sldMk cId="0" sldId="260"/>
            <ac:spMk id="7" creationId="{E75D2D26-DC45-59B7-48D5-C17B26F97EB3}"/>
          </ac:spMkLst>
        </pc:spChg>
        <pc:spChg chg="add del mod">
          <ac:chgData name="Francesco  Pizzato" userId="S::francesco.pizzato@polito.it::cce99b2e-d628-4a5a-aa37-143780a53bd4" providerId="AD" clId="Web-{97992357-0FC8-D413-8978-BE8016EBB1FB}" dt="2025-10-29T08:55:30.820" v="140"/>
          <ac:spMkLst>
            <pc:docMk/>
            <pc:sldMk cId="0" sldId="260"/>
            <ac:spMk id="92" creationId="{00000000-0000-0000-0000-000000000000}"/>
          </ac:spMkLst>
        </pc:spChg>
        <pc:spChg chg="del">
          <ac:chgData name="Francesco  Pizzato" userId="S::francesco.pizzato@polito.it::cce99b2e-d628-4a5a-aa37-143780a53bd4" providerId="AD" clId="Web-{97992357-0FC8-D413-8978-BE8016EBB1FB}" dt="2025-10-29T08:54:02.895" v="120"/>
          <ac:spMkLst>
            <pc:docMk/>
            <pc:sldMk cId="0" sldId="260"/>
            <ac:spMk id="93" creationId="{00000000-0000-0000-0000-000000000000}"/>
          </ac:spMkLst>
        </pc:spChg>
        <pc:picChg chg="add del mod">
          <ac:chgData name="Francesco  Pizzato" userId="S::francesco.pizzato@polito.it::cce99b2e-d628-4a5a-aa37-143780a53bd4" providerId="AD" clId="Web-{97992357-0FC8-D413-8978-BE8016EBB1FB}" dt="2025-10-29T08:54:32.131" v="126"/>
          <ac:picMkLst>
            <pc:docMk/>
            <pc:sldMk cId="0" sldId="260"/>
            <ac:picMk id="2" creationId="{CBEA47B2-1838-D48C-3B45-73617FB2CFB8}"/>
          </ac:picMkLst>
        </pc:picChg>
        <pc:picChg chg="add mod">
          <ac:chgData name="Francesco  Pizzato" userId="S::francesco.pizzato@polito.it::cce99b2e-d628-4a5a-aa37-143780a53bd4" providerId="AD" clId="Web-{97992357-0FC8-D413-8978-BE8016EBB1FB}" dt="2025-10-29T08:55:28.913" v="139" actId="1076"/>
          <ac:picMkLst>
            <pc:docMk/>
            <pc:sldMk cId="0" sldId="260"/>
            <ac:picMk id="3" creationId="{E05A1A73-B16A-CD32-279E-1EEF22FBD721}"/>
          </ac:picMkLst>
        </pc:picChg>
      </pc:sldChg>
      <pc:sldChg chg="addSp delSp modSp">
        <pc:chgData name="Francesco  Pizzato" userId="S::francesco.pizzato@polito.it::cce99b2e-d628-4a5a-aa37-143780a53bd4" providerId="AD" clId="Web-{97992357-0FC8-D413-8978-BE8016EBB1FB}" dt="2025-10-29T09:07:17.544" v="212" actId="1076"/>
        <pc:sldMkLst>
          <pc:docMk/>
          <pc:sldMk cId="0" sldId="261"/>
        </pc:sldMkLst>
        <pc:spChg chg="add mod">
          <ac:chgData name="Francesco  Pizzato" userId="S::francesco.pizzato@polito.it::cce99b2e-d628-4a5a-aa37-143780a53bd4" providerId="AD" clId="Web-{97992357-0FC8-D413-8978-BE8016EBB1FB}" dt="2025-10-29T09:03:01.998" v="176" actId="1076"/>
          <ac:spMkLst>
            <pc:docMk/>
            <pc:sldMk cId="0" sldId="261"/>
            <ac:spMk id="2" creationId="{EFC3B089-6E27-CA38-1CFE-7ACCE5184EEF}"/>
          </ac:spMkLst>
        </pc:spChg>
        <pc:spChg chg="add mod">
          <ac:chgData name="Francesco  Pizzato" userId="S::francesco.pizzato@polito.it::cce99b2e-d628-4a5a-aa37-143780a53bd4" providerId="AD" clId="Web-{97992357-0FC8-D413-8978-BE8016EBB1FB}" dt="2025-10-29T09:03:02.063" v="177" actId="1076"/>
          <ac:spMkLst>
            <pc:docMk/>
            <pc:sldMk cId="0" sldId="261"/>
            <ac:spMk id="3" creationId="{E75D2D26-DC45-59B7-48D5-C17B26F97EB3}"/>
          </ac:spMkLst>
        </pc:spChg>
        <pc:spChg chg="add del">
          <ac:chgData name="Francesco  Pizzato" userId="S::francesco.pizzato@polito.it::cce99b2e-d628-4a5a-aa37-143780a53bd4" providerId="AD" clId="Web-{97992357-0FC8-D413-8978-BE8016EBB1FB}" dt="2025-10-29T09:00:59.966" v="152"/>
          <ac:spMkLst>
            <pc:docMk/>
            <pc:sldMk cId="0" sldId="261"/>
            <ac:spMk id="4" creationId="{03BABD2C-4F12-8973-9350-0AE6A39E1C06}"/>
          </ac:spMkLst>
        </pc:spChg>
        <pc:spChg chg="add mod">
          <ac:chgData name="Francesco  Pizzato" userId="S::francesco.pizzato@polito.it::cce99b2e-d628-4a5a-aa37-143780a53bd4" providerId="AD" clId="Web-{97992357-0FC8-D413-8978-BE8016EBB1FB}" dt="2025-10-29T09:03:02.123" v="178" actId="1076"/>
          <ac:spMkLst>
            <pc:docMk/>
            <pc:sldMk cId="0" sldId="261"/>
            <ac:spMk id="5" creationId="{31CA3885-B672-CF47-A79F-CD98B898001D}"/>
          </ac:spMkLst>
        </pc:spChg>
        <pc:spChg chg="add mod">
          <ac:chgData name="Francesco  Pizzato" userId="S::francesco.pizzato@polito.it::cce99b2e-d628-4a5a-aa37-143780a53bd4" providerId="AD" clId="Web-{97992357-0FC8-D413-8978-BE8016EBB1FB}" dt="2025-10-29T09:07:17.544" v="212" actId="1076"/>
          <ac:spMkLst>
            <pc:docMk/>
            <pc:sldMk cId="0" sldId="261"/>
            <ac:spMk id="7" creationId="{5C62CEB8-7458-D977-85C8-3FCE324063AA}"/>
          </ac:spMkLst>
        </pc:spChg>
        <pc:spChg chg="mod">
          <ac:chgData name="Francesco  Pizzato" userId="S::francesco.pizzato@polito.it::cce99b2e-d628-4a5a-aa37-143780a53bd4" providerId="AD" clId="Web-{97992357-0FC8-D413-8978-BE8016EBB1FB}" dt="2025-10-29T09:03:12.967" v="180" actId="1076"/>
          <ac:spMkLst>
            <pc:docMk/>
            <pc:sldMk cId="0" sldId="261"/>
            <ac:spMk id="98" creationId="{00000000-0000-0000-0000-000000000000}"/>
          </ac:spMkLst>
        </pc:spChg>
        <pc:spChg chg="del">
          <ac:chgData name="Francesco  Pizzato" userId="S::francesco.pizzato@polito.it::cce99b2e-d628-4a5a-aa37-143780a53bd4" providerId="AD" clId="Web-{97992357-0FC8-D413-8978-BE8016EBB1FB}" dt="2025-10-29T09:00:37.325" v="149"/>
          <ac:spMkLst>
            <pc:docMk/>
            <pc:sldMk cId="0" sldId="261"/>
            <ac:spMk id="99" creationId="{00000000-0000-0000-0000-000000000000}"/>
          </ac:spMkLst>
        </pc:spChg>
        <pc:picChg chg="add mod">
          <ac:chgData name="Francesco  Pizzato" userId="S::francesco.pizzato@polito.it::cce99b2e-d628-4a5a-aa37-143780a53bd4" providerId="AD" clId="Web-{97992357-0FC8-D413-8978-BE8016EBB1FB}" dt="2025-10-29T09:06:22.806" v="182" actId="1076"/>
          <ac:picMkLst>
            <pc:docMk/>
            <pc:sldMk cId="0" sldId="261"/>
            <ac:picMk id="6" creationId="{37A4CCBE-04EF-ACCE-8CD8-C125F3C37159}"/>
          </ac:picMkLst>
        </pc:picChg>
        <pc:picChg chg="del">
          <ac:chgData name="Francesco  Pizzato" userId="S::francesco.pizzato@polito.it::cce99b2e-d628-4a5a-aa37-143780a53bd4" providerId="AD" clId="Web-{97992357-0FC8-D413-8978-BE8016EBB1FB}" dt="2025-10-29T09:00:33.106" v="148"/>
          <ac:picMkLst>
            <pc:docMk/>
            <pc:sldMk cId="0" sldId="261"/>
            <ac:picMk id="100" creationId="{00000000-0000-0000-0000-000000000000}"/>
          </ac:picMkLst>
        </pc:picChg>
      </pc:sldChg>
      <pc:sldChg chg="add replId">
        <pc:chgData name="Francesco  Pizzato" userId="S::francesco.pizzato@polito.it::cce99b2e-d628-4a5a-aa37-143780a53bd4" providerId="AD" clId="Web-{97992357-0FC8-D413-8978-BE8016EBB1FB}" dt="2025-10-29T08:54:30.568" v="125"/>
        <pc:sldMkLst>
          <pc:docMk/>
          <pc:sldMk cId="190819178" sldId="262"/>
        </pc:sldMkLst>
      </pc:sldChg>
    </pc:docChg>
  </pc:docChgLst>
  <pc:docChgLst>
    <pc:chgData name="Francesco  Pizzato" userId="S::francesco.pizzato@polito.it::cce99b2e-d628-4a5a-aa37-143780a53bd4" providerId="AD" clId="Web-{06EA2C71-38AE-6428-049D-E9FBB8263687}"/>
    <pc:docChg chg="addSld delSld modSld sldOrd">
      <pc:chgData name="Francesco  Pizzato" userId="S::francesco.pizzato@polito.it::cce99b2e-d628-4a5a-aa37-143780a53bd4" providerId="AD" clId="Web-{06EA2C71-38AE-6428-049D-E9FBB8263687}" dt="2025-10-29T09:20:09.482" v="46" actId="14100"/>
      <pc:docMkLst>
        <pc:docMk/>
      </pc:docMkLst>
      <pc:sldChg chg="delSp">
        <pc:chgData name="Francesco  Pizzato" userId="S::francesco.pizzato@polito.it::cce99b2e-d628-4a5a-aa37-143780a53bd4" providerId="AD" clId="Web-{06EA2C71-38AE-6428-049D-E9FBB8263687}" dt="2025-10-29T09:17:59.200" v="3"/>
        <pc:sldMkLst>
          <pc:docMk/>
          <pc:sldMk cId="0" sldId="260"/>
        </pc:sldMkLst>
        <pc:spChg chg="del">
          <ac:chgData name="Francesco  Pizzato" userId="S::francesco.pizzato@polito.it::cce99b2e-d628-4a5a-aa37-143780a53bd4" providerId="AD" clId="Web-{06EA2C71-38AE-6428-049D-E9FBB8263687}" dt="2025-10-29T09:17:59.200" v="3"/>
          <ac:spMkLst>
            <pc:docMk/>
            <pc:sldMk cId="0" sldId="260"/>
            <ac:spMk id="90" creationId="{00000000-0000-0000-0000-000000000000}"/>
          </ac:spMkLst>
        </pc:spChg>
      </pc:sldChg>
      <pc:sldChg chg="new del ord">
        <pc:chgData name="Francesco  Pizzato" userId="S::francesco.pizzato@polito.it::cce99b2e-d628-4a5a-aa37-143780a53bd4" providerId="AD" clId="Web-{06EA2C71-38AE-6428-049D-E9FBB8263687}" dt="2025-10-29T09:18:07.106" v="7"/>
        <pc:sldMkLst>
          <pc:docMk/>
          <pc:sldMk cId="3193407310" sldId="263"/>
        </pc:sldMkLst>
      </pc:sldChg>
      <pc:sldChg chg="new del">
        <pc:chgData name="Francesco  Pizzato" userId="S::francesco.pizzato@polito.it::cce99b2e-d628-4a5a-aa37-143780a53bd4" providerId="AD" clId="Web-{06EA2C71-38AE-6428-049D-E9FBB8263687}" dt="2025-10-29T09:18:07.856" v="8"/>
        <pc:sldMkLst>
          <pc:docMk/>
          <pc:sldMk cId="3772321841" sldId="264"/>
        </pc:sldMkLst>
      </pc:sldChg>
      <pc:sldChg chg="addSp delSp modSp add ord replId">
        <pc:chgData name="Francesco  Pizzato" userId="S::francesco.pizzato@polito.it::cce99b2e-d628-4a5a-aa37-143780a53bd4" providerId="AD" clId="Web-{06EA2C71-38AE-6428-049D-E9FBB8263687}" dt="2025-10-29T09:20:09.482" v="46" actId="14100"/>
        <pc:sldMkLst>
          <pc:docMk/>
          <pc:sldMk cId="1769108802" sldId="265"/>
        </pc:sldMkLst>
        <pc:spChg chg="add mod">
          <ac:chgData name="Francesco  Pizzato" userId="S::francesco.pizzato@polito.it::cce99b2e-d628-4a5a-aa37-143780a53bd4" providerId="AD" clId="Web-{06EA2C71-38AE-6428-049D-E9FBB8263687}" dt="2025-10-29T09:19:40.592" v="40" actId="1076"/>
          <ac:spMkLst>
            <pc:docMk/>
            <pc:sldMk cId="1769108802" sldId="265"/>
            <ac:spMk id="2" creationId="{8F993726-000A-0AA3-6350-DD7A09F48578}"/>
          </ac:spMkLst>
        </pc:spChg>
        <pc:spChg chg="add mod">
          <ac:chgData name="Francesco  Pizzato" userId="S::francesco.pizzato@polito.it::cce99b2e-d628-4a5a-aa37-143780a53bd4" providerId="AD" clId="Web-{06EA2C71-38AE-6428-049D-E9FBB8263687}" dt="2025-10-29T09:20:09.482" v="46" actId="14100"/>
          <ac:spMkLst>
            <pc:docMk/>
            <pc:sldMk cId="1769108802" sldId="265"/>
            <ac:spMk id="5" creationId="{BE559269-4722-77CB-EC5B-BF6614E8F13E}"/>
          </ac:spMkLst>
        </pc:spChg>
        <pc:spChg chg="mod">
          <ac:chgData name="Francesco  Pizzato" userId="S::francesco.pizzato@polito.it::cce99b2e-d628-4a5a-aa37-143780a53bd4" providerId="AD" clId="Web-{06EA2C71-38AE-6428-049D-E9FBB8263687}" dt="2025-10-29T09:18:38.388" v="28" actId="20577"/>
          <ac:spMkLst>
            <pc:docMk/>
            <pc:sldMk cId="1769108802" sldId="265"/>
            <ac:spMk id="92" creationId="{66F2E042-CE8A-3837-0366-570B15FE97C7}"/>
          </ac:spMkLst>
        </pc:spChg>
        <pc:picChg chg="del">
          <ac:chgData name="Francesco  Pizzato" userId="S::francesco.pizzato@polito.it::cce99b2e-d628-4a5a-aa37-143780a53bd4" providerId="AD" clId="Web-{06EA2C71-38AE-6428-049D-E9FBB8263687}" dt="2025-10-29T09:18:41.310" v="29"/>
          <ac:picMkLst>
            <pc:docMk/>
            <pc:sldMk cId="1769108802" sldId="265"/>
            <ac:picMk id="3" creationId="{A0B395F2-235A-C253-4512-075ACC1F2805}"/>
          </ac:picMkLst>
        </pc:picChg>
        <pc:picChg chg="add mod">
          <ac:chgData name="Francesco  Pizzato" userId="S::francesco.pizzato@polito.it::cce99b2e-d628-4a5a-aa37-143780a53bd4" providerId="AD" clId="Web-{06EA2C71-38AE-6428-049D-E9FBB8263687}" dt="2025-10-29T09:19:29.951" v="39" actId="1076"/>
          <ac:picMkLst>
            <pc:docMk/>
            <pc:sldMk cId="1769108802" sldId="265"/>
            <ac:picMk id="4" creationId="{DA5EC23A-6DBA-8A13-7CA7-51F63B32ABBB}"/>
          </ac:picMkLst>
        </pc:picChg>
      </pc:sldChg>
      <pc:sldChg chg="add replId">
        <pc:chgData name="Francesco  Pizzato" userId="S::francesco.pizzato@polito.it::cce99b2e-d628-4a5a-aa37-143780a53bd4" providerId="AD" clId="Web-{06EA2C71-38AE-6428-049D-E9FBB8263687}" dt="2025-10-29T09:18:05.059" v="5"/>
        <pc:sldMkLst>
          <pc:docMk/>
          <pc:sldMk cId="2320106774" sldId="266"/>
        </pc:sldMkLst>
      </pc:sldChg>
    </pc:docChg>
  </pc:docChgLst>
  <pc:docChgLst>
    <pc:chgData name="Francesco  Pizzato" userId="cce99b2e-d628-4a5a-aa37-143780a53bd4" providerId="ADAL" clId="{3AB53FEE-0CF2-4A2F-8506-432AB02C0E38}"/>
    <pc:docChg chg="undo custSel addSld modSld sldOrd">
      <pc:chgData name="Francesco  Pizzato" userId="cce99b2e-d628-4a5a-aa37-143780a53bd4" providerId="ADAL" clId="{3AB53FEE-0CF2-4A2F-8506-432AB02C0E38}" dt="2025-10-29T08:42:43.509" v="297" actId="1076"/>
      <pc:docMkLst>
        <pc:docMk/>
      </pc:docMkLst>
      <pc:sldChg chg="ord">
        <pc:chgData name="Francesco  Pizzato" userId="cce99b2e-d628-4a5a-aa37-143780a53bd4" providerId="ADAL" clId="{3AB53FEE-0CF2-4A2F-8506-432AB02C0E38}" dt="2025-10-29T08:36:44.166" v="197"/>
        <pc:sldMkLst>
          <pc:docMk/>
          <pc:sldMk cId="0" sldId="261"/>
        </pc:sldMkLst>
      </pc:sldChg>
      <pc:sldChg chg="addSp modSp mod">
        <pc:chgData name="Francesco  Pizzato" userId="cce99b2e-d628-4a5a-aa37-143780a53bd4" providerId="ADAL" clId="{3AB53FEE-0CF2-4A2F-8506-432AB02C0E38}" dt="2025-10-29T08:38:17.834" v="215" actId="12"/>
        <pc:sldMkLst>
          <pc:docMk/>
          <pc:sldMk cId="190819178" sldId="262"/>
        </pc:sldMkLst>
        <pc:spChg chg="add mod">
          <ac:chgData name="Francesco  Pizzato" userId="cce99b2e-d628-4a5a-aa37-143780a53bd4" providerId="ADAL" clId="{3AB53FEE-0CF2-4A2F-8506-432AB02C0E38}" dt="2025-10-29T08:38:17.834" v="215" actId="12"/>
          <ac:spMkLst>
            <pc:docMk/>
            <pc:sldMk cId="190819178" sldId="262"/>
            <ac:spMk id="2" creationId="{120573F8-8850-A611-9BF8-3A42FF34CFDA}"/>
          </ac:spMkLst>
        </pc:spChg>
        <pc:picChg chg="mod">
          <ac:chgData name="Francesco  Pizzato" userId="cce99b2e-d628-4a5a-aa37-143780a53bd4" providerId="ADAL" clId="{3AB53FEE-0CF2-4A2F-8506-432AB02C0E38}" dt="2025-10-29T08:37:19.600" v="198" actId="1076"/>
          <ac:picMkLst>
            <pc:docMk/>
            <pc:sldMk cId="190819178" sldId="262"/>
            <ac:picMk id="3" creationId="{8D7B5071-9F2F-B492-4CF6-4F2B202C5591}"/>
          </ac:picMkLst>
        </pc:picChg>
      </pc:sldChg>
      <pc:sldChg chg="addSp delSp modSp mod ord">
        <pc:chgData name="Francesco  Pizzato" userId="cce99b2e-d628-4a5a-aa37-143780a53bd4" providerId="ADAL" clId="{3AB53FEE-0CF2-4A2F-8506-432AB02C0E38}" dt="2025-10-29T08:39:43.463" v="246" actId="478"/>
        <pc:sldMkLst>
          <pc:docMk/>
          <pc:sldMk cId="1802942804" sldId="266"/>
        </pc:sldMkLst>
        <pc:spChg chg="add del mod">
          <ac:chgData name="Francesco  Pizzato" userId="cce99b2e-d628-4a5a-aa37-143780a53bd4" providerId="ADAL" clId="{3AB53FEE-0CF2-4A2F-8506-432AB02C0E38}" dt="2025-10-29T08:39:43.463" v="246" actId="478"/>
          <ac:spMkLst>
            <pc:docMk/>
            <pc:sldMk cId="1802942804" sldId="266"/>
            <ac:spMk id="3" creationId="{702D55E2-80C6-9FAB-855D-F92FF72FAB4E}"/>
          </ac:spMkLst>
        </pc:spChg>
        <pc:spChg chg="add del mod">
          <ac:chgData name="Francesco  Pizzato" userId="cce99b2e-d628-4a5a-aa37-143780a53bd4" providerId="ADAL" clId="{3AB53FEE-0CF2-4A2F-8506-432AB02C0E38}" dt="2025-10-29T08:39:43.463" v="246" actId="478"/>
          <ac:spMkLst>
            <pc:docMk/>
            <pc:sldMk cId="1802942804" sldId="266"/>
            <ac:spMk id="17" creationId="{3B165998-9CD0-5DA1-52B2-95ABAD829AEC}"/>
          </ac:spMkLst>
        </pc:spChg>
        <pc:spChg chg="add del mod">
          <ac:chgData name="Francesco  Pizzato" userId="cce99b2e-d628-4a5a-aa37-143780a53bd4" providerId="ADAL" clId="{3AB53FEE-0CF2-4A2F-8506-432AB02C0E38}" dt="2025-10-29T08:39:43.463" v="246" actId="478"/>
          <ac:spMkLst>
            <pc:docMk/>
            <pc:sldMk cId="1802942804" sldId="266"/>
            <ac:spMk id="18" creationId="{89E5B254-589D-278D-9D23-931318A45E0A}"/>
          </ac:spMkLst>
        </pc:spChg>
        <pc:spChg chg="add del mod">
          <ac:chgData name="Francesco  Pizzato" userId="cce99b2e-d628-4a5a-aa37-143780a53bd4" providerId="ADAL" clId="{3AB53FEE-0CF2-4A2F-8506-432AB02C0E38}" dt="2025-10-29T08:39:43.463" v="246" actId="478"/>
          <ac:spMkLst>
            <pc:docMk/>
            <pc:sldMk cId="1802942804" sldId="266"/>
            <ac:spMk id="19" creationId="{41EE3651-A263-76B7-AC50-3D8A4988EC86}"/>
          </ac:spMkLst>
        </pc:spChg>
        <pc:spChg chg="add del mod">
          <ac:chgData name="Francesco  Pizzato" userId="cce99b2e-d628-4a5a-aa37-143780a53bd4" providerId="ADAL" clId="{3AB53FEE-0CF2-4A2F-8506-432AB02C0E38}" dt="2025-10-29T08:39:43.463" v="246" actId="478"/>
          <ac:spMkLst>
            <pc:docMk/>
            <pc:sldMk cId="1802942804" sldId="266"/>
            <ac:spMk id="20" creationId="{203C6406-236F-B66D-0A70-96F1B25E660A}"/>
          </ac:spMkLst>
        </pc:spChg>
        <pc:spChg chg="add del mod">
          <ac:chgData name="Francesco  Pizzato" userId="cce99b2e-d628-4a5a-aa37-143780a53bd4" providerId="ADAL" clId="{3AB53FEE-0CF2-4A2F-8506-432AB02C0E38}" dt="2025-10-29T08:39:43.463" v="246" actId="478"/>
          <ac:spMkLst>
            <pc:docMk/>
            <pc:sldMk cId="1802942804" sldId="266"/>
            <ac:spMk id="21" creationId="{4469D6CE-6300-FF75-D866-548D0EBCC61B}"/>
          </ac:spMkLst>
        </pc:spChg>
        <pc:spChg chg="add del mod">
          <ac:chgData name="Francesco  Pizzato" userId="cce99b2e-d628-4a5a-aa37-143780a53bd4" providerId="ADAL" clId="{3AB53FEE-0CF2-4A2F-8506-432AB02C0E38}" dt="2025-10-29T08:39:43.463" v="246" actId="478"/>
          <ac:spMkLst>
            <pc:docMk/>
            <pc:sldMk cId="1802942804" sldId="266"/>
            <ac:spMk id="22" creationId="{BA8B1B47-1BFA-B7B3-695E-C5F7327CF840}"/>
          </ac:spMkLst>
        </pc:spChg>
        <pc:spChg chg="add del mod">
          <ac:chgData name="Francesco  Pizzato" userId="cce99b2e-d628-4a5a-aa37-143780a53bd4" providerId="ADAL" clId="{3AB53FEE-0CF2-4A2F-8506-432AB02C0E38}" dt="2025-10-29T08:39:43.463" v="246" actId="478"/>
          <ac:spMkLst>
            <pc:docMk/>
            <pc:sldMk cId="1802942804" sldId="266"/>
            <ac:spMk id="23" creationId="{A4D4D5B5-3E2B-B0B9-BA96-1DC45042B965}"/>
          </ac:spMkLst>
        </pc:spChg>
        <pc:spChg chg="add del mod">
          <ac:chgData name="Francesco  Pizzato" userId="cce99b2e-d628-4a5a-aa37-143780a53bd4" providerId="ADAL" clId="{3AB53FEE-0CF2-4A2F-8506-432AB02C0E38}" dt="2025-10-29T08:39:43.463" v="246" actId="478"/>
          <ac:spMkLst>
            <pc:docMk/>
            <pc:sldMk cId="1802942804" sldId="266"/>
            <ac:spMk id="24" creationId="{5700559D-B4EF-7C6E-7B2A-3F8609B6C70D}"/>
          </ac:spMkLst>
        </pc:spChg>
        <pc:spChg chg="add del mod">
          <ac:chgData name="Francesco  Pizzato" userId="cce99b2e-d628-4a5a-aa37-143780a53bd4" providerId="ADAL" clId="{3AB53FEE-0CF2-4A2F-8506-432AB02C0E38}" dt="2025-10-29T08:39:43.463" v="246" actId="478"/>
          <ac:spMkLst>
            <pc:docMk/>
            <pc:sldMk cId="1802942804" sldId="266"/>
            <ac:spMk id="25" creationId="{7708CB1B-4E93-2EBA-82CE-7CDEF9B0A890}"/>
          </ac:spMkLst>
        </pc:spChg>
        <pc:spChg chg="mod">
          <ac:chgData name="Francesco  Pizzato" userId="cce99b2e-d628-4a5a-aa37-143780a53bd4" providerId="ADAL" clId="{3AB53FEE-0CF2-4A2F-8506-432AB02C0E38}" dt="2025-10-29T08:39:09.339" v="243" actId="20577"/>
          <ac:spMkLst>
            <pc:docMk/>
            <pc:sldMk cId="1802942804" sldId="266"/>
            <ac:spMk id="92" creationId="{DCAB9A04-3188-A859-2FB1-B0633F9871BF}"/>
          </ac:spMkLst>
        </pc:spChg>
      </pc:sldChg>
      <pc:sldChg chg="addSp delSp modSp add mod">
        <pc:chgData name="Francesco  Pizzato" userId="cce99b2e-d628-4a5a-aa37-143780a53bd4" providerId="ADAL" clId="{3AB53FEE-0CF2-4A2F-8506-432AB02C0E38}" dt="2025-10-29T08:38:27.352" v="217" actId="12"/>
        <pc:sldMkLst>
          <pc:docMk/>
          <pc:sldMk cId="2164688207" sldId="267"/>
        </pc:sldMkLst>
        <pc:spChg chg="del">
          <ac:chgData name="Francesco  Pizzato" userId="cce99b2e-d628-4a5a-aa37-143780a53bd4" providerId="ADAL" clId="{3AB53FEE-0CF2-4A2F-8506-432AB02C0E38}" dt="2025-10-29T08:31:33.901" v="18" actId="478"/>
          <ac:spMkLst>
            <pc:docMk/>
            <pc:sldMk cId="2164688207" sldId="267"/>
            <ac:spMk id="2" creationId="{2FC951F1-396F-0E63-3C32-90488A7C0EB8}"/>
          </ac:spMkLst>
        </pc:spChg>
        <pc:spChg chg="add mod">
          <ac:chgData name="Francesco  Pizzato" userId="cce99b2e-d628-4a5a-aa37-143780a53bd4" providerId="ADAL" clId="{3AB53FEE-0CF2-4A2F-8506-432AB02C0E38}" dt="2025-10-29T08:38:27.352" v="217" actId="12"/>
          <ac:spMkLst>
            <pc:docMk/>
            <pc:sldMk cId="2164688207" sldId="267"/>
            <ac:spMk id="4" creationId="{B1C0B657-A196-2062-2048-FB677922E6F4}"/>
          </ac:spMkLst>
        </pc:spChg>
        <pc:spChg chg="add del mod">
          <ac:chgData name="Francesco  Pizzato" userId="cce99b2e-d628-4a5a-aa37-143780a53bd4" providerId="ADAL" clId="{3AB53FEE-0CF2-4A2F-8506-432AB02C0E38}" dt="2025-10-29T08:31:41.335" v="20" actId="478"/>
          <ac:spMkLst>
            <pc:docMk/>
            <pc:sldMk cId="2164688207" sldId="267"/>
            <ac:spMk id="6" creationId="{1007D48C-D6BD-96A9-F8CB-10670496DF7F}"/>
          </ac:spMkLst>
        </pc:spChg>
        <pc:spChg chg="mod">
          <ac:chgData name="Francesco  Pizzato" userId="cce99b2e-d628-4a5a-aa37-143780a53bd4" providerId="ADAL" clId="{3AB53FEE-0CF2-4A2F-8506-432AB02C0E38}" dt="2025-10-29T08:31:17.565" v="16" actId="14100"/>
          <ac:spMkLst>
            <pc:docMk/>
            <pc:sldMk cId="2164688207" sldId="267"/>
            <ac:spMk id="92" creationId="{7DC195BA-B16A-B300-5480-B08E6AB0596D}"/>
          </ac:spMkLst>
        </pc:spChg>
        <pc:picChg chg="del">
          <ac:chgData name="Francesco  Pizzato" userId="cce99b2e-d628-4a5a-aa37-143780a53bd4" providerId="ADAL" clId="{3AB53FEE-0CF2-4A2F-8506-432AB02C0E38}" dt="2025-10-29T08:31:45.655" v="22" actId="478"/>
          <ac:picMkLst>
            <pc:docMk/>
            <pc:sldMk cId="2164688207" sldId="267"/>
            <ac:picMk id="3" creationId="{A2FB158A-1CCD-2DF4-BA69-8DB699C0AFE4}"/>
          </ac:picMkLst>
        </pc:picChg>
        <pc:picChg chg="add mod">
          <ac:chgData name="Francesco  Pizzato" userId="cce99b2e-d628-4a5a-aa37-143780a53bd4" providerId="ADAL" clId="{3AB53FEE-0CF2-4A2F-8506-432AB02C0E38}" dt="2025-10-29T08:37:22.015" v="199" actId="1076"/>
          <ac:picMkLst>
            <pc:docMk/>
            <pc:sldMk cId="2164688207" sldId="267"/>
            <ac:picMk id="7" creationId="{CEDCCDA8-BD11-30D1-D43C-E769ED254562}"/>
          </ac:picMkLst>
        </pc:picChg>
      </pc:sldChg>
      <pc:sldChg chg="addSp delSp modSp add mod">
        <pc:chgData name="Francesco  Pizzato" userId="cce99b2e-d628-4a5a-aa37-143780a53bd4" providerId="ADAL" clId="{3AB53FEE-0CF2-4A2F-8506-432AB02C0E38}" dt="2025-10-29T08:38:34.277" v="219" actId="12"/>
        <pc:sldMkLst>
          <pc:docMk/>
          <pc:sldMk cId="1713373011" sldId="268"/>
        </pc:sldMkLst>
        <pc:spChg chg="add mod">
          <ac:chgData name="Francesco  Pizzato" userId="cce99b2e-d628-4a5a-aa37-143780a53bd4" providerId="ADAL" clId="{3AB53FEE-0CF2-4A2F-8506-432AB02C0E38}" dt="2025-10-29T08:38:34.277" v="219" actId="12"/>
          <ac:spMkLst>
            <pc:docMk/>
            <pc:sldMk cId="1713373011" sldId="268"/>
            <ac:spMk id="2" creationId="{1533743F-14AC-70DC-9BDB-EC6E306443A0}"/>
          </ac:spMkLst>
        </pc:spChg>
        <pc:spChg chg="del mod">
          <ac:chgData name="Francesco  Pizzato" userId="cce99b2e-d628-4a5a-aa37-143780a53bd4" providerId="ADAL" clId="{3AB53FEE-0CF2-4A2F-8506-432AB02C0E38}" dt="2025-10-29T08:32:25.586" v="43" actId="478"/>
          <ac:spMkLst>
            <pc:docMk/>
            <pc:sldMk cId="1713373011" sldId="268"/>
            <ac:spMk id="4" creationId="{B82D3352-917A-52B0-E8CF-F6D60E43999B}"/>
          </ac:spMkLst>
        </pc:spChg>
        <pc:spChg chg="mod">
          <ac:chgData name="Francesco  Pizzato" userId="cce99b2e-d628-4a5a-aa37-143780a53bd4" providerId="ADAL" clId="{3AB53FEE-0CF2-4A2F-8506-432AB02C0E38}" dt="2025-10-29T08:32:16.605" v="41" actId="20577"/>
          <ac:spMkLst>
            <pc:docMk/>
            <pc:sldMk cId="1713373011" sldId="268"/>
            <ac:spMk id="92" creationId="{CD40BC57-1EDE-C5B6-E154-DBC3D85FDDC6}"/>
          </ac:spMkLst>
        </pc:spChg>
        <pc:picChg chg="add mod">
          <ac:chgData name="Francesco  Pizzato" userId="cce99b2e-d628-4a5a-aa37-143780a53bd4" providerId="ADAL" clId="{3AB53FEE-0CF2-4A2F-8506-432AB02C0E38}" dt="2025-10-29T08:37:24.247" v="200" actId="1076"/>
          <ac:picMkLst>
            <pc:docMk/>
            <pc:sldMk cId="1713373011" sldId="268"/>
            <ac:picMk id="3" creationId="{69C54316-56DE-BF5C-B70E-0EE32530342F}"/>
          </ac:picMkLst>
        </pc:picChg>
        <pc:picChg chg="del">
          <ac:chgData name="Francesco  Pizzato" userId="cce99b2e-d628-4a5a-aa37-143780a53bd4" providerId="ADAL" clId="{3AB53FEE-0CF2-4A2F-8506-432AB02C0E38}" dt="2025-10-29T08:32:33.158" v="46" actId="478"/>
          <ac:picMkLst>
            <pc:docMk/>
            <pc:sldMk cId="1713373011" sldId="268"/>
            <ac:picMk id="7" creationId="{0248E83F-022D-4CD5-DAE2-CC575907B36D}"/>
          </ac:picMkLst>
        </pc:picChg>
      </pc:sldChg>
      <pc:sldChg chg="addSp delSp modSp add mod">
        <pc:chgData name="Francesco  Pizzato" userId="cce99b2e-d628-4a5a-aa37-143780a53bd4" providerId="ADAL" clId="{3AB53FEE-0CF2-4A2F-8506-432AB02C0E38}" dt="2025-10-29T08:38:41.670" v="221" actId="12"/>
        <pc:sldMkLst>
          <pc:docMk/>
          <pc:sldMk cId="3457314530" sldId="269"/>
        </pc:sldMkLst>
        <pc:spChg chg="del">
          <ac:chgData name="Francesco  Pizzato" userId="cce99b2e-d628-4a5a-aa37-143780a53bd4" providerId="ADAL" clId="{3AB53FEE-0CF2-4A2F-8506-432AB02C0E38}" dt="2025-10-29T08:33:27.786" v="96" actId="478"/>
          <ac:spMkLst>
            <pc:docMk/>
            <pc:sldMk cId="3457314530" sldId="269"/>
            <ac:spMk id="2" creationId="{FE381895-8365-F5C7-B2BE-206DF6749086}"/>
          </ac:spMkLst>
        </pc:spChg>
        <pc:spChg chg="add del mod">
          <ac:chgData name="Francesco  Pizzato" userId="cce99b2e-d628-4a5a-aa37-143780a53bd4" providerId="ADAL" clId="{3AB53FEE-0CF2-4A2F-8506-432AB02C0E38}" dt="2025-10-29T08:33:32.309" v="97" actId="478"/>
          <ac:spMkLst>
            <pc:docMk/>
            <pc:sldMk cId="3457314530" sldId="269"/>
            <ac:spMk id="6" creationId="{7E7B5347-F193-7A9D-6BE2-6F7BC60EA563}"/>
          </ac:spMkLst>
        </pc:spChg>
        <pc:spChg chg="add mod">
          <ac:chgData name="Francesco  Pizzato" userId="cce99b2e-d628-4a5a-aa37-143780a53bd4" providerId="ADAL" clId="{3AB53FEE-0CF2-4A2F-8506-432AB02C0E38}" dt="2025-10-29T08:38:41.670" v="221" actId="12"/>
          <ac:spMkLst>
            <pc:docMk/>
            <pc:sldMk cId="3457314530" sldId="269"/>
            <ac:spMk id="7" creationId="{EFF1A7E2-B537-54A8-EE1C-97261A56E103}"/>
          </ac:spMkLst>
        </pc:spChg>
        <pc:spChg chg="add mod">
          <ac:chgData name="Francesco  Pizzato" userId="cce99b2e-d628-4a5a-aa37-143780a53bd4" providerId="ADAL" clId="{3AB53FEE-0CF2-4A2F-8506-432AB02C0E38}" dt="2025-10-29T08:33:48.742" v="100"/>
          <ac:spMkLst>
            <pc:docMk/>
            <pc:sldMk cId="3457314530" sldId="269"/>
            <ac:spMk id="8" creationId="{E90FEFD2-005D-C5B7-C615-0355141C96E6}"/>
          </ac:spMkLst>
        </pc:spChg>
        <pc:spChg chg="mod">
          <ac:chgData name="Francesco  Pizzato" userId="cce99b2e-d628-4a5a-aa37-143780a53bd4" providerId="ADAL" clId="{3AB53FEE-0CF2-4A2F-8506-432AB02C0E38}" dt="2025-10-29T08:33:12.803" v="93" actId="20577"/>
          <ac:spMkLst>
            <pc:docMk/>
            <pc:sldMk cId="3457314530" sldId="269"/>
            <ac:spMk id="92" creationId="{DC8BD676-2C54-2959-653E-E71C4B3A0067}"/>
          </ac:spMkLst>
        </pc:spChg>
        <pc:picChg chg="del">
          <ac:chgData name="Francesco  Pizzato" userId="cce99b2e-d628-4a5a-aa37-143780a53bd4" providerId="ADAL" clId="{3AB53FEE-0CF2-4A2F-8506-432AB02C0E38}" dt="2025-10-29T08:33:17.961" v="94" actId="478"/>
          <ac:picMkLst>
            <pc:docMk/>
            <pc:sldMk cId="3457314530" sldId="269"/>
            <ac:picMk id="3" creationId="{F20A470E-30AE-7E0B-C37F-FC0840C28F32}"/>
          </ac:picMkLst>
        </pc:picChg>
        <pc:picChg chg="add mod">
          <ac:chgData name="Francesco  Pizzato" userId="cce99b2e-d628-4a5a-aa37-143780a53bd4" providerId="ADAL" clId="{3AB53FEE-0CF2-4A2F-8506-432AB02C0E38}" dt="2025-10-29T08:37:26.874" v="201" actId="1076"/>
          <ac:picMkLst>
            <pc:docMk/>
            <pc:sldMk cId="3457314530" sldId="269"/>
            <ac:picMk id="4" creationId="{046409C0-EEAD-B03E-E3C8-8E8A19A104B9}"/>
          </ac:picMkLst>
        </pc:picChg>
      </pc:sldChg>
      <pc:sldChg chg="addSp delSp modSp add mod">
        <pc:chgData name="Francesco  Pizzato" userId="cce99b2e-d628-4a5a-aa37-143780a53bd4" providerId="ADAL" clId="{3AB53FEE-0CF2-4A2F-8506-432AB02C0E38}" dt="2025-10-29T08:37:56.570" v="209" actId="12"/>
        <pc:sldMkLst>
          <pc:docMk/>
          <pc:sldMk cId="1563085250" sldId="270"/>
        </pc:sldMkLst>
        <pc:spChg chg="add del mod">
          <ac:chgData name="Francesco  Pizzato" userId="cce99b2e-d628-4a5a-aa37-143780a53bd4" providerId="ADAL" clId="{3AB53FEE-0CF2-4A2F-8506-432AB02C0E38}" dt="2025-10-29T08:34:10.447" v="105" actId="478"/>
          <ac:spMkLst>
            <pc:docMk/>
            <pc:sldMk cId="1563085250" sldId="270"/>
            <ac:spMk id="3" creationId="{A77FA9C3-4F6C-6210-FE36-BD026F6D416F}"/>
          </ac:spMkLst>
        </pc:spChg>
        <pc:spChg chg="add del mod">
          <ac:chgData name="Francesco  Pizzato" userId="cce99b2e-d628-4a5a-aa37-143780a53bd4" providerId="ADAL" clId="{3AB53FEE-0CF2-4A2F-8506-432AB02C0E38}" dt="2025-10-29T08:34:26.122" v="110" actId="478"/>
          <ac:spMkLst>
            <pc:docMk/>
            <pc:sldMk cId="1563085250" sldId="270"/>
            <ac:spMk id="5" creationId="{E2DBA359-0AFA-0308-E914-88D722469D79}"/>
          </ac:spMkLst>
        </pc:spChg>
        <pc:spChg chg="add mod">
          <ac:chgData name="Francesco  Pizzato" userId="cce99b2e-d628-4a5a-aa37-143780a53bd4" providerId="ADAL" clId="{3AB53FEE-0CF2-4A2F-8506-432AB02C0E38}" dt="2025-10-29T08:34:19.359" v="108"/>
          <ac:spMkLst>
            <pc:docMk/>
            <pc:sldMk cId="1563085250" sldId="270"/>
            <ac:spMk id="6" creationId="{C37D9945-CCA4-C4FA-8957-93A977D91837}"/>
          </ac:spMkLst>
        </pc:spChg>
        <pc:spChg chg="del">
          <ac:chgData name="Francesco  Pizzato" userId="cce99b2e-d628-4a5a-aa37-143780a53bd4" providerId="ADAL" clId="{3AB53FEE-0CF2-4A2F-8506-432AB02C0E38}" dt="2025-10-29T08:34:01.590" v="102" actId="478"/>
          <ac:spMkLst>
            <pc:docMk/>
            <pc:sldMk cId="1563085250" sldId="270"/>
            <ac:spMk id="7" creationId="{BD290A58-A3FA-53E5-6AF5-2A8BD2670C63}"/>
          </ac:spMkLst>
        </pc:spChg>
        <pc:spChg chg="add mod">
          <ac:chgData name="Francesco  Pizzato" userId="cce99b2e-d628-4a5a-aa37-143780a53bd4" providerId="ADAL" clId="{3AB53FEE-0CF2-4A2F-8506-432AB02C0E38}" dt="2025-10-29T08:37:56.570" v="209" actId="12"/>
          <ac:spMkLst>
            <pc:docMk/>
            <pc:sldMk cId="1563085250" sldId="270"/>
            <ac:spMk id="9" creationId="{C5A82C5C-20A9-EDF8-B276-671B5AFAB2F1}"/>
          </ac:spMkLst>
        </pc:spChg>
        <pc:picChg chg="del">
          <ac:chgData name="Francesco  Pizzato" userId="cce99b2e-d628-4a5a-aa37-143780a53bd4" providerId="ADAL" clId="{3AB53FEE-0CF2-4A2F-8506-432AB02C0E38}" dt="2025-10-29T08:34:14.824" v="107" actId="478"/>
          <ac:picMkLst>
            <pc:docMk/>
            <pc:sldMk cId="1563085250" sldId="270"/>
            <ac:picMk id="4" creationId="{66EA3C2E-869E-2D84-34BD-736802B2DBC3}"/>
          </ac:picMkLst>
        </pc:picChg>
        <pc:picChg chg="add mod">
          <ac:chgData name="Francesco  Pizzato" userId="cce99b2e-d628-4a5a-aa37-143780a53bd4" providerId="ADAL" clId="{3AB53FEE-0CF2-4A2F-8506-432AB02C0E38}" dt="2025-10-29T08:34:19.359" v="108"/>
          <ac:picMkLst>
            <pc:docMk/>
            <pc:sldMk cId="1563085250" sldId="270"/>
            <ac:picMk id="8" creationId="{3D6B9590-BB84-4D32-FD02-32BA743A2976}"/>
          </ac:picMkLst>
        </pc:picChg>
        <pc:picChg chg="add mod">
          <ac:chgData name="Francesco  Pizzato" userId="cce99b2e-d628-4a5a-aa37-143780a53bd4" providerId="ADAL" clId="{3AB53FEE-0CF2-4A2F-8506-432AB02C0E38}" dt="2025-10-29T08:37:29.245" v="202" actId="1076"/>
          <ac:picMkLst>
            <pc:docMk/>
            <pc:sldMk cId="1563085250" sldId="270"/>
            <ac:picMk id="10" creationId="{4E83842F-92DA-EE58-1A47-E7349D30F938}"/>
          </ac:picMkLst>
        </pc:picChg>
      </pc:sldChg>
      <pc:sldChg chg="addSp delSp modSp add mod">
        <pc:chgData name="Francesco  Pizzato" userId="cce99b2e-d628-4a5a-aa37-143780a53bd4" providerId="ADAL" clId="{3AB53FEE-0CF2-4A2F-8506-432AB02C0E38}" dt="2025-10-29T08:38:49.575" v="223" actId="12"/>
        <pc:sldMkLst>
          <pc:docMk/>
          <pc:sldMk cId="3879887212" sldId="271"/>
        </pc:sldMkLst>
        <pc:spChg chg="add del mod">
          <ac:chgData name="Francesco  Pizzato" userId="cce99b2e-d628-4a5a-aa37-143780a53bd4" providerId="ADAL" clId="{3AB53FEE-0CF2-4A2F-8506-432AB02C0E38}" dt="2025-10-29T08:35:07.583" v="167" actId="478"/>
          <ac:spMkLst>
            <pc:docMk/>
            <pc:sldMk cId="3879887212" sldId="271"/>
            <ac:spMk id="3" creationId="{9E29C769-96FF-9594-70EE-09441DC4A523}"/>
          </ac:spMkLst>
        </pc:spChg>
        <pc:spChg chg="add mod">
          <ac:chgData name="Francesco  Pizzato" userId="cce99b2e-d628-4a5a-aa37-143780a53bd4" providerId="ADAL" clId="{3AB53FEE-0CF2-4A2F-8506-432AB02C0E38}" dt="2025-10-29T08:38:49.575" v="223" actId="12"/>
          <ac:spMkLst>
            <pc:docMk/>
            <pc:sldMk cId="3879887212" sldId="271"/>
            <ac:spMk id="4" creationId="{9053E249-0EEE-8459-4CBD-3F534C58DAC5}"/>
          </ac:spMkLst>
        </pc:spChg>
        <pc:spChg chg="del">
          <ac:chgData name="Francesco  Pizzato" userId="cce99b2e-d628-4a5a-aa37-143780a53bd4" providerId="ADAL" clId="{3AB53FEE-0CF2-4A2F-8506-432AB02C0E38}" dt="2025-10-29T08:35:05.048" v="165" actId="478"/>
          <ac:spMkLst>
            <pc:docMk/>
            <pc:sldMk cId="3879887212" sldId="271"/>
            <ac:spMk id="9" creationId="{75C78BD4-80E1-5E22-FA01-323AAB813D26}"/>
          </ac:spMkLst>
        </pc:spChg>
        <pc:spChg chg="mod">
          <ac:chgData name="Francesco  Pizzato" userId="cce99b2e-d628-4a5a-aa37-143780a53bd4" providerId="ADAL" clId="{3AB53FEE-0CF2-4A2F-8506-432AB02C0E38}" dt="2025-10-29T08:34:55.027" v="164" actId="20577"/>
          <ac:spMkLst>
            <pc:docMk/>
            <pc:sldMk cId="3879887212" sldId="271"/>
            <ac:spMk id="92" creationId="{B0FB4939-7F38-232C-E395-BCC16C80C089}"/>
          </ac:spMkLst>
        </pc:spChg>
        <pc:picChg chg="add mod">
          <ac:chgData name="Francesco  Pizzato" userId="cce99b2e-d628-4a5a-aa37-143780a53bd4" providerId="ADAL" clId="{3AB53FEE-0CF2-4A2F-8506-432AB02C0E38}" dt="2025-10-29T08:35:08.367" v="168"/>
          <ac:picMkLst>
            <pc:docMk/>
            <pc:sldMk cId="3879887212" sldId="271"/>
            <ac:picMk id="5" creationId="{7CD95D79-6C79-C643-7B21-96758DA81A31}"/>
          </ac:picMkLst>
        </pc:picChg>
        <pc:picChg chg="del">
          <ac:chgData name="Francesco  Pizzato" userId="cce99b2e-d628-4a5a-aa37-143780a53bd4" providerId="ADAL" clId="{3AB53FEE-0CF2-4A2F-8506-432AB02C0E38}" dt="2025-10-29T08:35:05.995" v="166" actId="478"/>
          <ac:picMkLst>
            <pc:docMk/>
            <pc:sldMk cId="3879887212" sldId="271"/>
            <ac:picMk id="10" creationId="{3892B13F-F4D5-D406-B088-671EC43162FA}"/>
          </ac:picMkLst>
        </pc:picChg>
      </pc:sldChg>
      <pc:sldChg chg="addSp delSp modSp add mod">
        <pc:chgData name="Francesco  Pizzato" userId="cce99b2e-d628-4a5a-aa37-143780a53bd4" providerId="ADAL" clId="{3AB53FEE-0CF2-4A2F-8506-432AB02C0E38}" dt="2025-10-29T08:36:33.006" v="195" actId="207"/>
        <pc:sldMkLst>
          <pc:docMk/>
          <pc:sldMk cId="942713156" sldId="272"/>
        </pc:sldMkLst>
        <pc:spChg chg="add del mod">
          <ac:chgData name="Francesco  Pizzato" userId="cce99b2e-d628-4a5a-aa37-143780a53bd4" providerId="ADAL" clId="{3AB53FEE-0CF2-4A2F-8506-432AB02C0E38}" dt="2025-10-29T08:36:02.955" v="189" actId="478"/>
          <ac:spMkLst>
            <pc:docMk/>
            <pc:sldMk cId="942713156" sldId="272"/>
            <ac:spMk id="3" creationId="{090B2D4A-C4BF-D686-0F53-0EE2D8BC4322}"/>
          </ac:spMkLst>
        </pc:spChg>
        <pc:spChg chg="del">
          <ac:chgData name="Francesco  Pizzato" userId="cce99b2e-d628-4a5a-aa37-143780a53bd4" providerId="ADAL" clId="{3AB53FEE-0CF2-4A2F-8506-432AB02C0E38}" dt="2025-10-29T08:36:00.096" v="187" actId="478"/>
          <ac:spMkLst>
            <pc:docMk/>
            <pc:sldMk cId="942713156" sldId="272"/>
            <ac:spMk id="4" creationId="{A2A53273-53F2-2F96-23C1-C0D50C167FA5}"/>
          </ac:spMkLst>
        </pc:spChg>
        <pc:spChg chg="add mod">
          <ac:chgData name="Francesco  Pizzato" userId="cce99b2e-d628-4a5a-aa37-143780a53bd4" providerId="ADAL" clId="{3AB53FEE-0CF2-4A2F-8506-432AB02C0E38}" dt="2025-10-29T08:36:33.006" v="195" actId="207"/>
          <ac:spMkLst>
            <pc:docMk/>
            <pc:sldMk cId="942713156" sldId="272"/>
            <ac:spMk id="7" creationId="{AD06946F-CC5C-63A9-41F0-DEEFE9115ACB}"/>
          </ac:spMkLst>
        </pc:spChg>
        <pc:spChg chg="mod">
          <ac:chgData name="Francesco  Pizzato" userId="cce99b2e-d628-4a5a-aa37-143780a53bd4" providerId="ADAL" clId="{3AB53FEE-0CF2-4A2F-8506-432AB02C0E38}" dt="2025-10-29T08:35:57.639" v="186" actId="20577"/>
          <ac:spMkLst>
            <pc:docMk/>
            <pc:sldMk cId="942713156" sldId="272"/>
            <ac:spMk id="92" creationId="{B4C302B2-1ADA-1BF2-B547-926A75826FAE}"/>
          </ac:spMkLst>
        </pc:spChg>
        <pc:picChg chg="del">
          <ac:chgData name="Francesco  Pizzato" userId="cce99b2e-d628-4a5a-aa37-143780a53bd4" providerId="ADAL" clId="{3AB53FEE-0CF2-4A2F-8506-432AB02C0E38}" dt="2025-10-29T08:36:06.838" v="190" actId="478"/>
          <ac:picMkLst>
            <pc:docMk/>
            <pc:sldMk cId="942713156" sldId="272"/>
            <ac:picMk id="5" creationId="{95E3B632-53E0-8601-B0F2-9F159BBB702B}"/>
          </ac:picMkLst>
        </pc:picChg>
      </pc:sldChg>
      <pc:sldChg chg="addSp delSp modSp add mod">
        <pc:chgData name="Francesco  Pizzato" userId="cce99b2e-d628-4a5a-aa37-143780a53bd4" providerId="ADAL" clId="{3AB53FEE-0CF2-4A2F-8506-432AB02C0E38}" dt="2025-10-29T08:42:43.509" v="297" actId="1076"/>
        <pc:sldMkLst>
          <pc:docMk/>
          <pc:sldMk cId="1384401801" sldId="273"/>
        </pc:sldMkLst>
        <pc:spChg chg="add del mod">
          <ac:chgData name="Francesco  Pizzato" userId="cce99b2e-d628-4a5a-aa37-143780a53bd4" providerId="ADAL" clId="{3AB53FEE-0CF2-4A2F-8506-432AB02C0E38}" dt="2025-10-29T08:40:12.164" v="252" actId="478"/>
          <ac:spMkLst>
            <pc:docMk/>
            <pc:sldMk cId="1384401801" sldId="273"/>
            <ac:spMk id="4" creationId="{8C5E718B-5846-40D2-FF3D-BD838513CA11}"/>
          </ac:spMkLst>
        </pc:spChg>
        <pc:spChg chg="add mod">
          <ac:chgData name="Francesco  Pizzato" userId="cce99b2e-d628-4a5a-aa37-143780a53bd4" providerId="ADAL" clId="{3AB53FEE-0CF2-4A2F-8506-432AB02C0E38}" dt="2025-10-29T08:40:35.480" v="288" actId="20577"/>
          <ac:spMkLst>
            <pc:docMk/>
            <pc:sldMk cId="1384401801" sldId="273"/>
            <ac:spMk id="6" creationId="{69A44A8D-3244-0BBA-B16A-C6571C2EF20E}"/>
          </ac:spMkLst>
        </pc:spChg>
        <pc:spChg chg="add mod">
          <ac:chgData name="Francesco  Pizzato" userId="cce99b2e-d628-4a5a-aa37-143780a53bd4" providerId="ADAL" clId="{3AB53FEE-0CF2-4A2F-8506-432AB02C0E38}" dt="2025-10-29T08:40:05.992" v="251" actId="368"/>
          <ac:spMkLst>
            <pc:docMk/>
            <pc:sldMk cId="1384401801" sldId="273"/>
            <ac:spMk id="18" creationId="{ED9AAC7C-BDD7-135C-536A-D4DBF8F5AC6F}"/>
          </ac:spMkLst>
        </pc:spChg>
        <pc:spChg chg="add mod">
          <ac:chgData name="Francesco  Pizzato" userId="cce99b2e-d628-4a5a-aa37-143780a53bd4" providerId="ADAL" clId="{3AB53FEE-0CF2-4A2F-8506-432AB02C0E38}" dt="2025-10-29T08:40:05.992" v="251" actId="368"/>
          <ac:spMkLst>
            <pc:docMk/>
            <pc:sldMk cId="1384401801" sldId="273"/>
            <ac:spMk id="19" creationId="{6615C7D5-3682-20BC-918B-1FEAFAC3E16C}"/>
          </ac:spMkLst>
        </pc:spChg>
        <pc:spChg chg="add mod">
          <ac:chgData name="Francesco  Pizzato" userId="cce99b2e-d628-4a5a-aa37-143780a53bd4" providerId="ADAL" clId="{3AB53FEE-0CF2-4A2F-8506-432AB02C0E38}" dt="2025-10-29T08:40:05.992" v="251" actId="368"/>
          <ac:spMkLst>
            <pc:docMk/>
            <pc:sldMk cId="1384401801" sldId="273"/>
            <ac:spMk id="20" creationId="{98B19403-ED1B-769A-E71D-8816223C8A8F}"/>
          </ac:spMkLst>
        </pc:spChg>
        <pc:spChg chg="add mod">
          <ac:chgData name="Francesco  Pizzato" userId="cce99b2e-d628-4a5a-aa37-143780a53bd4" providerId="ADAL" clId="{3AB53FEE-0CF2-4A2F-8506-432AB02C0E38}" dt="2025-10-29T08:40:05.992" v="251" actId="368"/>
          <ac:spMkLst>
            <pc:docMk/>
            <pc:sldMk cId="1384401801" sldId="273"/>
            <ac:spMk id="21" creationId="{3B33BD4B-7CB3-1767-5DE7-9290EC101FE1}"/>
          </ac:spMkLst>
        </pc:spChg>
        <pc:spChg chg="add mod">
          <ac:chgData name="Francesco  Pizzato" userId="cce99b2e-d628-4a5a-aa37-143780a53bd4" providerId="ADAL" clId="{3AB53FEE-0CF2-4A2F-8506-432AB02C0E38}" dt="2025-10-29T08:40:05.992" v="251" actId="368"/>
          <ac:spMkLst>
            <pc:docMk/>
            <pc:sldMk cId="1384401801" sldId="273"/>
            <ac:spMk id="22" creationId="{9CCBFA3A-61CB-8D26-7816-A4ACBEA8CCFC}"/>
          </ac:spMkLst>
        </pc:spChg>
        <pc:spChg chg="add mod">
          <ac:chgData name="Francesco  Pizzato" userId="cce99b2e-d628-4a5a-aa37-143780a53bd4" providerId="ADAL" clId="{3AB53FEE-0CF2-4A2F-8506-432AB02C0E38}" dt="2025-10-29T08:40:05.992" v="251" actId="368"/>
          <ac:spMkLst>
            <pc:docMk/>
            <pc:sldMk cId="1384401801" sldId="273"/>
            <ac:spMk id="23" creationId="{B699EA91-9550-D4F7-58ED-77A24055BECE}"/>
          </ac:spMkLst>
        </pc:spChg>
        <pc:spChg chg="add mod">
          <ac:chgData name="Francesco  Pizzato" userId="cce99b2e-d628-4a5a-aa37-143780a53bd4" providerId="ADAL" clId="{3AB53FEE-0CF2-4A2F-8506-432AB02C0E38}" dt="2025-10-29T08:40:05.992" v="251" actId="368"/>
          <ac:spMkLst>
            <pc:docMk/>
            <pc:sldMk cId="1384401801" sldId="273"/>
            <ac:spMk id="24" creationId="{A0A6A92E-EA68-8626-5464-8EADE135FDB6}"/>
          </ac:spMkLst>
        </pc:spChg>
        <pc:spChg chg="add mod">
          <ac:chgData name="Francesco  Pizzato" userId="cce99b2e-d628-4a5a-aa37-143780a53bd4" providerId="ADAL" clId="{3AB53FEE-0CF2-4A2F-8506-432AB02C0E38}" dt="2025-10-29T08:40:05.992" v="251" actId="368"/>
          <ac:spMkLst>
            <pc:docMk/>
            <pc:sldMk cId="1384401801" sldId="273"/>
            <ac:spMk id="25" creationId="{DA7730F4-C372-DEC9-1172-B4A3EE9A0196}"/>
          </ac:spMkLst>
        </pc:spChg>
        <pc:spChg chg="add mod">
          <ac:chgData name="Francesco  Pizzato" userId="cce99b2e-d628-4a5a-aa37-143780a53bd4" providerId="ADAL" clId="{3AB53FEE-0CF2-4A2F-8506-432AB02C0E38}" dt="2025-10-29T08:40:05.992" v="251" actId="368"/>
          <ac:spMkLst>
            <pc:docMk/>
            <pc:sldMk cId="1384401801" sldId="273"/>
            <ac:spMk id="27" creationId="{911B7703-1C8B-22F7-D559-173FE5C147BF}"/>
          </ac:spMkLst>
        </pc:spChg>
        <pc:spChg chg="del">
          <ac:chgData name="Francesco  Pizzato" userId="cce99b2e-d628-4a5a-aa37-143780a53bd4" providerId="ADAL" clId="{3AB53FEE-0CF2-4A2F-8506-432AB02C0E38}" dt="2025-10-29T08:40:04.730" v="249" actId="478"/>
          <ac:spMkLst>
            <pc:docMk/>
            <pc:sldMk cId="1384401801" sldId="273"/>
            <ac:spMk id="92" creationId="{4670D4C7-AA3D-7037-BE41-27CFC9465236}"/>
          </ac:spMkLst>
        </pc:spChg>
        <pc:picChg chg="del">
          <ac:chgData name="Francesco  Pizzato" userId="cce99b2e-d628-4a5a-aa37-143780a53bd4" providerId="ADAL" clId="{3AB53FEE-0CF2-4A2F-8506-432AB02C0E38}" dt="2025-10-29T08:40:01.853" v="248" actId="478"/>
          <ac:picMkLst>
            <pc:docMk/>
            <pc:sldMk cId="1384401801" sldId="273"/>
            <ac:picMk id="2" creationId="{B3DA4091-A5F5-0ACC-577E-F9C98977853D}"/>
          </ac:picMkLst>
        </pc:picChg>
        <pc:picChg chg="del">
          <ac:chgData name="Francesco  Pizzato" userId="cce99b2e-d628-4a5a-aa37-143780a53bd4" providerId="ADAL" clId="{3AB53FEE-0CF2-4A2F-8506-432AB02C0E38}" dt="2025-10-29T08:42:21.853" v="289" actId="478"/>
          <ac:picMkLst>
            <pc:docMk/>
            <pc:sldMk cId="1384401801" sldId="273"/>
            <ac:picMk id="7" creationId="{A359712C-2739-3113-C31E-191521A3DAE0}"/>
          </ac:picMkLst>
        </pc:picChg>
        <pc:picChg chg="mod">
          <ac:chgData name="Francesco  Pizzato" userId="cce99b2e-d628-4a5a-aa37-143780a53bd4" providerId="ADAL" clId="{3AB53FEE-0CF2-4A2F-8506-432AB02C0E38}" dt="2025-10-29T08:42:43.509" v="297" actId="1076"/>
          <ac:picMkLst>
            <pc:docMk/>
            <pc:sldMk cId="1384401801" sldId="273"/>
            <ac:picMk id="11" creationId="{E6BCEF89-FC4A-36FE-3142-3BD7F80C06BB}"/>
          </ac:picMkLst>
        </pc:picChg>
        <pc:picChg chg="add mod">
          <ac:chgData name="Francesco  Pizzato" userId="cce99b2e-d628-4a5a-aa37-143780a53bd4" providerId="ADAL" clId="{3AB53FEE-0CF2-4A2F-8506-432AB02C0E38}" dt="2025-10-29T08:42:31.984" v="295" actId="1076"/>
          <ac:picMkLst>
            <pc:docMk/>
            <pc:sldMk cId="1384401801" sldId="273"/>
            <ac:picMk id="28" creationId="{5F82CC79-A2D3-AE26-1E18-5CC74D9AABBB}"/>
          </ac:picMkLst>
        </pc:picChg>
      </pc:sldChg>
    </pc:docChg>
  </pc:docChgLst>
  <pc:docChgLst>
    <pc:chgData name="Francesco  Pizzato" userId="S::francesco.pizzato@polito.it::cce99b2e-d628-4a5a-aa37-143780a53bd4" providerId="AD" clId="Web-{EA3D364D-004F-DCF0-1126-C8E1326255BD}"/>
    <pc:docChg chg="delSld modSld">
      <pc:chgData name="Francesco  Pizzato" userId="S::francesco.pizzato@polito.it::cce99b2e-d628-4a5a-aa37-143780a53bd4" providerId="AD" clId="Web-{EA3D364D-004F-DCF0-1126-C8E1326255BD}" dt="2025-10-29T11:33:04.910" v="222" actId="20577"/>
      <pc:docMkLst>
        <pc:docMk/>
      </pc:docMkLst>
      <pc:sldChg chg="addSp delSp modSp">
        <pc:chgData name="Francesco  Pizzato" userId="S::francesco.pizzato@polito.it::cce99b2e-d628-4a5a-aa37-143780a53bd4" providerId="AD" clId="Web-{EA3D364D-004F-DCF0-1126-C8E1326255BD}" dt="2025-10-29T10:30:48.175" v="205" actId="1076"/>
        <pc:sldMkLst>
          <pc:docMk/>
          <pc:sldMk cId="0" sldId="260"/>
        </pc:sldMkLst>
        <pc:spChg chg="mod">
          <ac:chgData name="Francesco  Pizzato" userId="S::francesco.pizzato@polito.it::cce99b2e-d628-4a5a-aa37-143780a53bd4" providerId="AD" clId="Web-{EA3D364D-004F-DCF0-1126-C8E1326255BD}" dt="2025-10-29T10:30:48.175" v="205" actId="1076"/>
          <ac:spMkLst>
            <pc:docMk/>
            <pc:sldMk cId="0" sldId="260"/>
            <ac:spMk id="2" creationId="{39278588-B89D-2F7A-E175-8A19AC46FBAF}"/>
          </ac:spMkLst>
        </pc:spChg>
        <pc:spChg chg="add del mod">
          <ac:chgData name="Francesco  Pizzato" userId="S::francesco.pizzato@polito.it::cce99b2e-d628-4a5a-aa37-143780a53bd4" providerId="AD" clId="Web-{EA3D364D-004F-DCF0-1126-C8E1326255BD}" dt="2025-10-29T09:46:33.616" v="4" actId="20577"/>
          <ac:spMkLst>
            <pc:docMk/>
            <pc:sldMk cId="0" sldId="260"/>
            <ac:spMk id="91" creationId="{00000000-0000-0000-0000-000000000000}"/>
          </ac:spMkLst>
        </pc:spChg>
      </pc:sldChg>
      <pc:sldChg chg="delSp modSp">
        <pc:chgData name="Francesco  Pizzato" userId="S::francesco.pizzato@polito.it::cce99b2e-d628-4a5a-aa37-143780a53bd4" providerId="AD" clId="Web-{EA3D364D-004F-DCF0-1126-C8E1326255BD}" dt="2025-10-29T10:32:42.350" v="208" actId="1076"/>
        <pc:sldMkLst>
          <pc:docMk/>
          <pc:sldMk cId="190819178" sldId="262"/>
        </pc:sldMkLst>
        <pc:spChg chg="mod">
          <ac:chgData name="Francesco  Pizzato" userId="S::francesco.pizzato@polito.it::cce99b2e-d628-4a5a-aa37-143780a53bd4" providerId="AD" clId="Web-{EA3D364D-004F-DCF0-1126-C8E1326255BD}" dt="2025-10-29T10:32:42.350" v="208" actId="1076"/>
          <ac:spMkLst>
            <pc:docMk/>
            <pc:sldMk cId="190819178" sldId="262"/>
            <ac:spMk id="2" creationId="{120573F8-8850-A611-9BF8-3A42FF34CFDA}"/>
          </ac:spMkLst>
        </pc:spChg>
        <pc:spChg chg="del">
          <ac:chgData name="Francesco  Pizzato" userId="S::francesco.pizzato@polito.it::cce99b2e-d628-4a5a-aa37-143780a53bd4" providerId="AD" clId="Web-{EA3D364D-004F-DCF0-1126-C8E1326255BD}" dt="2025-10-29T09:55:17.580" v="136"/>
          <ac:spMkLst>
            <pc:docMk/>
            <pc:sldMk cId="190819178" sldId="262"/>
            <ac:spMk id="90" creationId="{9F65F22D-A6A6-5F75-5429-71DCDE480CCB}"/>
          </ac:spMkLst>
        </pc:spChg>
      </pc:sldChg>
      <pc:sldChg chg="modSp">
        <pc:chgData name="Francesco  Pizzato" userId="S::francesco.pizzato@polito.it::cce99b2e-d628-4a5a-aa37-143780a53bd4" providerId="AD" clId="Web-{EA3D364D-004F-DCF0-1126-C8E1326255BD}" dt="2025-10-29T10:30:42.456" v="204" actId="1076"/>
        <pc:sldMkLst>
          <pc:docMk/>
          <pc:sldMk cId="1769108802" sldId="265"/>
        </pc:sldMkLst>
        <pc:spChg chg="mod">
          <ac:chgData name="Francesco  Pizzato" userId="S::francesco.pizzato@polito.it::cce99b2e-d628-4a5a-aa37-143780a53bd4" providerId="AD" clId="Web-{EA3D364D-004F-DCF0-1126-C8E1326255BD}" dt="2025-10-29T10:30:42.456" v="204" actId="1076"/>
          <ac:spMkLst>
            <pc:docMk/>
            <pc:sldMk cId="1769108802" sldId="265"/>
            <ac:spMk id="2" creationId="{8F993726-000A-0AA3-6350-DD7A09F48578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46:23.037" v="0" actId="20577"/>
          <ac:spMkLst>
            <pc:docMk/>
            <pc:sldMk cId="1769108802" sldId="265"/>
            <ac:spMk id="91" creationId="{37FBF4BB-B2FF-F92F-4F03-17A9E74735B0}"/>
          </ac:spMkLst>
        </pc:spChg>
        <pc:picChg chg="mod">
          <ac:chgData name="Francesco  Pizzato" userId="S::francesco.pizzato@polito.it::cce99b2e-d628-4a5a-aa37-143780a53bd4" providerId="AD" clId="Web-{EA3D364D-004F-DCF0-1126-C8E1326255BD}" dt="2025-10-29T10:29:59.142" v="200" actId="1076"/>
          <ac:picMkLst>
            <pc:docMk/>
            <pc:sldMk cId="1769108802" sldId="265"/>
            <ac:picMk id="4" creationId="{DA5EC23A-6DBA-8A13-7CA7-51F63B32ABBB}"/>
          </ac:picMkLst>
        </pc:picChg>
      </pc:sldChg>
      <pc:sldChg chg="del">
        <pc:chgData name="Francesco  Pizzato" userId="S::francesco.pizzato@polito.it::cce99b2e-d628-4a5a-aa37-143780a53bd4" providerId="AD" clId="Web-{EA3D364D-004F-DCF0-1126-C8E1326255BD}" dt="2025-10-29T09:54:56.327" v="134"/>
        <pc:sldMkLst>
          <pc:docMk/>
          <pc:sldMk cId="1802942804" sldId="266"/>
        </pc:sldMkLst>
      </pc:sldChg>
      <pc:sldChg chg="delSp modSp">
        <pc:chgData name="Francesco  Pizzato" userId="S::francesco.pizzato@polito.it::cce99b2e-d628-4a5a-aa37-143780a53bd4" providerId="AD" clId="Web-{EA3D364D-004F-DCF0-1126-C8E1326255BD}" dt="2025-10-29T09:59:23.679" v="198" actId="14100"/>
        <pc:sldMkLst>
          <pc:docMk/>
          <pc:sldMk cId="2164688207" sldId="267"/>
        </pc:sldMkLst>
        <pc:spChg chg="mod">
          <ac:chgData name="Francesco  Pizzato" userId="S::francesco.pizzato@polito.it::cce99b2e-d628-4a5a-aa37-143780a53bd4" providerId="AD" clId="Web-{EA3D364D-004F-DCF0-1126-C8E1326255BD}" dt="2025-10-29T09:59:23.679" v="198" actId="14100"/>
          <ac:spMkLst>
            <pc:docMk/>
            <pc:sldMk cId="2164688207" sldId="267"/>
            <ac:spMk id="4" creationId="{B1C0B657-A196-2062-2048-FB677922E6F4}"/>
          </ac:spMkLst>
        </pc:spChg>
        <pc:spChg chg="del">
          <ac:chgData name="Francesco  Pizzato" userId="S::francesco.pizzato@polito.it::cce99b2e-d628-4a5a-aa37-143780a53bd4" providerId="AD" clId="Web-{EA3D364D-004F-DCF0-1126-C8E1326255BD}" dt="2025-10-29T09:55:25.471" v="142"/>
          <ac:spMkLst>
            <pc:docMk/>
            <pc:sldMk cId="2164688207" sldId="267"/>
            <ac:spMk id="90" creationId="{F580D989-79D7-79D4-263B-8E2FB653648A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55:24.252" v="141" actId="20577"/>
          <ac:spMkLst>
            <pc:docMk/>
            <pc:sldMk cId="2164688207" sldId="267"/>
            <ac:spMk id="91" creationId="{1126C7EF-D1A7-FFB0-41E8-3932A6607C3E}"/>
          </ac:spMkLst>
        </pc:spChg>
      </pc:sldChg>
      <pc:sldChg chg="delSp modSp">
        <pc:chgData name="Francesco  Pizzato" userId="S::francesco.pizzato@polito.it::cce99b2e-d628-4a5a-aa37-143780a53bd4" providerId="AD" clId="Web-{EA3D364D-004F-DCF0-1126-C8E1326255BD}" dt="2025-10-29T09:58:21.081" v="179" actId="20577"/>
        <pc:sldMkLst>
          <pc:docMk/>
          <pc:sldMk cId="1713373011" sldId="268"/>
        </pc:sldMkLst>
        <pc:spChg chg="mod">
          <ac:chgData name="Francesco  Pizzato" userId="S::francesco.pizzato@polito.it::cce99b2e-d628-4a5a-aa37-143780a53bd4" providerId="AD" clId="Web-{EA3D364D-004F-DCF0-1126-C8E1326255BD}" dt="2025-10-29T09:58:21.081" v="179" actId="20577"/>
          <ac:spMkLst>
            <pc:docMk/>
            <pc:sldMk cId="1713373011" sldId="268"/>
            <ac:spMk id="2" creationId="{1533743F-14AC-70DC-9BDB-EC6E306443A0}"/>
          </ac:spMkLst>
        </pc:spChg>
        <pc:spChg chg="del">
          <ac:chgData name="Francesco  Pizzato" userId="S::francesco.pizzato@polito.it::cce99b2e-d628-4a5a-aa37-143780a53bd4" providerId="AD" clId="Web-{EA3D364D-004F-DCF0-1126-C8E1326255BD}" dt="2025-10-29T09:55:32.316" v="145"/>
          <ac:spMkLst>
            <pc:docMk/>
            <pc:sldMk cId="1713373011" sldId="268"/>
            <ac:spMk id="90" creationId="{663A2DCB-CB9F-7ED8-DDD8-79D20C67AF31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55:29.050" v="144" actId="20577"/>
          <ac:spMkLst>
            <pc:docMk/>
            <pc:sldMk cId="1713373011" sldId="268"/>
            <ac:spMk id="91" creationId="{8515BC37-2EF7-B193-E507-012AD9FC051C}"/>
          </ac:spMkLst>
        </pc:spChg>
      </pc:sldChg>
      <pc:sldChg chg="delSp modSp">
        <pc:chgData name="Francesco  Pizzato" userId="S::francesco.pizzato@polito.it::cce99b2e-d628-4a5a-aa37-143780a53bd4" providerId="AD" clId="Web-{EA3D364D-004F-DCF0-1126-C8E1326255BD}" dt="2025-10-29T09:58:07.939" v="178" actId="20577"/>
        <pc:sldMkLst>
          <pc:docMk/>
          <pc:sldMk cId="3457314530" sldId="269"/>
        </pc:sldMkLst>
        <pc:spChg chg="mod">
          <ac:chgData name="Francesco  Pizzato" userId="S::francesco.pizzato@polito.it::cce99b2e-d628-4a5a-aa37-143780a53bd4" providerId="AD" clId="Web-{EA3D364D-004F-DCF0-1126-C8E1326255BD}" dt="2025-10-29T09:58:07.939" v="178" actId="20577"/>
          <ac:spMkLst>
            <pc:docMk/>
            <pc:sldMk cId="3457314530" sldId="269"/>
            <ac:spMk id="7" creationId="{EFF1A7E2-B537-54A8-EE1C-97261A56E103}"/>
          </ac:spMkLst>
        </pc:spChg>
        <pc:spChg chg="del">
          <ac:chgData name="Francesco  Pizzato" userId="S::francesco.pizzato@polito.it::cce99b2e-d628-4a5a-aa37-143780a53bd4" providerId="AD" clId="Web-{EA3D364D-004F-DCF0-1126-C8E1326255BD}" dt="2025-10-29T09:55:33.206" v="146"/>
          <ac:spMkLst>
            <pc:docMk/>
            <pc:sldMk cId="3457314530" sldId="269"/>
            <ac:spMk id="90" creationId="{FE11432A-E14F-B42B-E16F-7ACF6AE2722B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55:36.316" v="148" actId="20577"/>
          <ac:spMkLst>
            <pc:docMk/>
            <pc:sldMk cId="3457314530" sldId="269"/>
            <ac:spMk id="91" creationId="{8A3B52A1-088E-B3AC-AF61-5E028F28390F}"/>
          </ac:spMkLst>
        </pc:spChg>
      </pc:sldChg>
      <pc:sldChg chg="delSp modSp">
        <pc:chgData name="Francesco  Pizzato" userId="S::francesco.pizzato@polito.it::cce99b2e-d628-4a5a-aa37-143780a53bd4" providerId="AD" clId="Web-{EA3D364D-004F-DCF0-1126-C8E1326255BD}" dt="2025-10-29T09:55:45.145" v="151" actId="20577"/>
        <pc:sldMkLst>
          <pc:docMk/>
          <pc:sldMk cId="1563085250" sldId="270"/>
        </pc:sldMkLst>
        <pc:spChg chg="del">
          <ac:chgData name="Francesco  Pizzato" userId="S::francesco.pizzato@polito.it::cce99b2e-d628-4a5a-aa37-143780a53bd4" providerId="AD" clId="Web-{EA3D364D-004F-DCF0-1126-C8E1326255BD}" dt="2025-10-29T09:55:41.067" v="149"/>
          <ac:spMkLst>
            <pc:docMk/>
            <pc:sldMk cId="1563085250" sldId="270"/>
            <ac:spMk id="90" creationId="{4CD3374B-D75C-DFB8-B86C-E7CA288255C6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55:45.145" v="151" actId="20577"/>
          <ac:spMkLst>
            <pc:docMk/>
            <pc:sldMk cId="1563085250" sldId="270"/>
            <ac:spMk id="91" creationId="{61AD48A5-D896-A7B6-5F53-8473F8D3EB72}"/>
          </ac:spMkLst>
        </pc:spChg>
      </pc:sldChg>
      <pc:sldChg chg="delSp modSp">
        <pc:chgData name="Francesco  Pizzato" userId="S::francesco.pizzato@polito.it::cce99b2e-d628-4a5a-aa37-143780a53bd4" providerId="AD" clId="Web-{EA3D364D-004F-DCF0-1126-C8E1326255BD}" dt="2025-10-29T09:57:26.202" v="172" actId="20577"/>
        <pc:sldMkLst>
          <pc:docMk/>
          <pc:sldMk cId="3879887212" sldId="271"/>
        </pc:sldMkLst>
        <pc:spChg chg="mod">
          <ac:chgData name="Francesco  Pizzato" userId="S::francesco.pizzato@polito.it::cce99b2e-d628-4a5a-aa37-143780a53bd4" providerId="AD" clId="Web-{EA3D364D-004F-DCF0-1126-C8E1326255BD}" dt="2025-10-29T09:57:26.202" v="172" actId="20577"/>
          <ac:spMkLst>
            <pc:docMk/>
            <pc:sldMk cId="3879887212" sldId="271"/>
            <ac:spMk id="4" creationId="{9053E249-0EEE-8459-4CBD-3F534C58DAC5}"/>
          </ac:spMkLst>
        </pc:spChg>
        <pc:spChg chg="del">
          <ac:chgData name="Francesco  Pizzato" userId="S::francesco.pizzato@polito.it::cce99b2e-d628-4a5a-aa37-143780a53bd4" providerId="AD" clId="Web-{EA3D364D-004F-DCF0-1126-C8E1326255BD}" dt="2025-10-29T09:55:48.005" v="153"/>
          <ac:spMkLst>
            <pc:docMk/>
            <pc:sldMk cId="3879887212" sldId="271"/>
            <ac:spMk id="90" creationId="{8441D99B-E73B-57F5-B124-D02BC8C3F25A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55:47.646" v="152" actId="20577"/>
          <ac:spMkLst>
            <pc:docMk/>
            <pc:sldMk cId="3879887212" sldId="271"/>
            <ac:spMk id="91" creationId="{58901206-2ECD-21F8-DC7C-4877F44E4052}"/>
          </ac:spMkLst>
        </pc:spChg>
      </pc:sldChg>
      <pc:sldChg chg="delSp modSp">
        <pc:chgData name="Francesco  Pizzato" userId="S::francesco.pizzato@polito.it::cce99b2e-d628-4a5a-aa37-143780a53bd4" providerId="AD" clId="Web-{EA3D364D-004F-DCF0-1126-C8E1326255BD}" dt="2025-10-29T09:55:54.146" v="155"/>
        <pc:sldMkLst>
          <pc:docMk/>
          <pc:sldMk cId="942713156" sldId="272"/>
        </pc:sldMkLst>
        <pc:spChg chg="del">
          <ac:chgData name="Francesco  Pizzato" userId="S::francesco.pizzato@polito.it::cce99b2e-d628-4a5a-aa37-143780a53bd4" providerId="AD" clId="Web-{EA3D364D-004F-DCF0-1126-C8E1326255BD}" dt="2025-10-29T09:55:54.146" v="155"/>
          <ac:spMkLst>
            <pc:docMk/>
            <pc:sldMk cId="942713156" sldId="272"/>
            <ac:spMk id="90" creationId="{D6AD82EF-CD2D-EDF0-2F5C-1784E9126C3E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55:52.302" v="154" actId="20577"/>
          <ac:spMkLst>
            <pc:docMk/>
            <pc:sldMk cId="942713156" sldId="272"/>
            <ac:spMk id="91" creationId="{0F7ACC3F-07E7-63A1-2B70-51E20EF8E31C}"/>
          </ac:spMkLst>
        </pc:spChg>
      </pc:sldChg>
      <pc:sldChg chg="addSp delSp modSp">
        <pc:chgData name="Francesco  Pizzato" userId="S::francesco.pizzato@polito.it::cce99b2e-d628-4a5a-aa37-143780a53bd4" providerId="AD" clId="Web-{EA3D364D-004F-DCF0-1126-C8E1326255BD}" dt="2025-10-29T11:33:04.910" v="222" actId="20577"/>
        <pc:sldMkLst>
          <pc:docMk/>
          <pc:sldMk cId="1384401801" sldId="273"/>
        </pc:sldMkLst>
        <pc:spChg chg="mod">
          <ac:chgData name="Francesco  Pizzato" userId="S::francesco.pizzato@polito.it::cce99b2e-d628-4a5a-aa37-143780a53bd4" providerId="AD" clId="Web-{EA3D364D-004F-DCF0-1126-C8E1326255BD}" dt="2025-10-29T11:33:04.910" v="222" actId="20577"/>
          <ac:spMkLst>
            <pc:docMk/>
            <pc:sldMk cId="1384401801" sldId="273"/>
            <ac:spMk id="6" creationId="{69A44A8D-3244-0BBA-B16A-C6571C2EF20E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47:21.477" v="56"/>
          <ac:spMkLst>
            <pc:docMk/>
            <pc:sldMk cId="1384401801" sldId="273"/>
            <ac:spMk id="18" creationId="{ED9AAC7C-BDD7-135C-536A-D4DBF8F5AC6F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47:21.477" v="57"/>
          <ac:spMkLst>
            <pc:docMk/>
            <pc:sldMk cId="1384401801" sldId="273"/>
            <ac:spMk id="19" creationId="{6615C7D5-3682-20BC-918B-1FEAFAC3E16C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47:21.477" v="58"/>
          <ac:spMkLst>
            <pc:docMk/>
            <pc:sldMk cId="1384401801" sldId="273"/>
            <ac:spMk id="20" creationId="{98B19403-ED1B-769A-E71D-8816223C8A8F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47:21.477" v="59"/>
          <ac:spMkLst>
            <pc:docMk/>
            <pc:sldMk cId="1384401801" sldId="273"/>
            <ac:spMk id="21" creationId="{3B33BD4B-7CB3-1767-5DE7-9290EC101FE1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47:21.477" v="60"/>
          <ac:spMkLst>
            <pc:docMk/>
            <pc:sldMk cId="1384401801" sldId="273"/>
            <ac:spMk id="22" creationId="{9CCBFA3A-61CB-8D26-7816-A4ACBEA8CCFC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47:21.477" v="61"/>
          <ac:spMkLst>
            <pc:docMk/>
            <pc:sldMk cId="1384401801" sldId="273"/>
            <ac:spMk id="23" creationId="{B699EA91-9550-D4F7-58ED-77A24055BECE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47:21.477" v="62"/>
          <ac:spMkLst>
            <pc:docMk/>
            <pc:sldMk cId="1384401801" sldId="273"/>
            <ac:spMk id="24" creationId="{A0A6A92E-EA68-8626-5464-8EADE135FDB6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53:51.709" v="122" actId="1076"/>
          <ac:spMkLst>
            <pc:docMk/>
            <pc:sldMk cId="1384401801" sldId="273"/>
            <ac:spMk id="25" creationId="{DA7730F4-C372-DEC9-1172-B4A3EE9A0196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53:31.049" v="113" actId="1076"/>
          <ac:spMkLst>
            <pc:docMk/>
            <pc:sldMk cId="1384401801" sldId="273"/>
            <ac:spMk id="26" creationId="{B621DBCF-112D-76E2-616F-567802D984F7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53:31.065" v="114" actId="1076"/>
          <ac:spMkLst>
            <pc:docMk/>
            <pc:sldMk cId="1384401801" sldId="273"/>
            <ac:spMk id="27" creationId="{911B7703-1C8B-22F7-D559-173FE5C147BF}"/>
          </ac:spMkLst>
        </pc:spChg>
        <pc:spChg chg="del">
          <ac:chgData name="Francesco  Pizzato" userId="S::francesco.pizzato@polito.it::cce99b2e-d628-4a5a-aa37-143780a53bd4" providerId="AD" clId="Web-{EA3D364D-004F-DCF0-1126-C8E1326255BD}" dt="2025-10-29T09:53:14.171" v="103"/>
          <ac:spMkLst>
            <pc:docMk/>
            <pc:sldMk cId="1384401801" sldId="273"/>
            <ac:spMk id="90" creationId="{9623219C-E6AD-4879-D35C-1C458CE75057}"/>
          </ac:spMkLst>
        </pc:spChg>
        <pc:spChg chg="mod">
          <ac:chgData name="Francesco  Pizzato" userId="S::francesco.pizzato@polito.it::cce99b2e-d628-4a5a-aa37-143780a53bd4" providerId="AD" clId="Web-{EA3D364D-004F-DCF0-1126-C8E1326255BD}" dt="2025-10-29T09:55:03.500" v="135" actId="20577"/>
          <ac:spMkLst>
            <pc:docMk/>
            <pc:sldMk cId="1384401801" sldId="273"/>
            <ac:spMk id="91" creationId="{15CF6D77-27F8-47C1-3A29-CDBD353ED2EE}"/>
          </ac:spMkLst>
        </pc:spChg>
        <pc:picChg chg="add mod">
          <ac:chgData name="Francesco  Pizzato" userId="S::francesco.pizzato@polito.it::cce99b2e-d628-4a5a-aa37-143780a53bd4" providerId="AD" clId="Web-{EA3D364D-004F-DCF0-1126-C8E1326255BD}" dt="2025-10-29T09:50:53.748" v="77"/>
          <ac:picMkLst>
            <pc:docMk/>
            <pc:sldMk cId="1384401801" sldId="273"/>
            <ac:picMk id="2" creationId="{FC77BF8E-EDA2-3E56-C52C-77AB82F6639F}"/>
          </ac:picMkLst>
        </pc:picChg>
        <pc:picChg chg="add mod">
          <ac:chgData name="Francesco  Pizzato" userId="S::francesco.pizzato@polito.it::cce99b2e-d628-4a5a-aa37-143780a53bd4" providerId="AD" clId="Web-{EA3D364D-004F-DCF0-1126-C8E1326255BD}" dt="2025-10-29T09:51:38.999" v="86"/>
          <ac:picMkLst>
            <pc:docMk/>
            <pc:sldMk cId="1384401801" sldId="273"/>
            <ac:picMk id="3" creationId="{C59F8F1B-8960-93FA-94D5-A0A9CD06F81E}"/>
          </ac:picMkLst>
        </pc:picChg>
        <pc:picChg chg="add mod modCrop">
          <ac:chgData name="Francesco  Pizzato" userId="S::francesco.pizzato@polito.it::cce99b2e-d628-4a5a-aa37-143780a53bd4" providerId="AD" clId="Web-{EA3D364D-004F-DCF0-1126-C8E1326255BD}" dt="2025-10-29T10:31:07.394" v="207" actId="1076"/>
          <ac:picMkLst>
            <pc:docMk/>
            <pc:sldMk cId="1384401801" sldId="273"/>
            <ac:picMk id="4" creationId="{A7E812CD-BA31-DB72-AB43-1C9A6AEB54B4}"/>
          </ac:picMkLst>
        </pc:picChg>
        <pc:picChg chg="add mod">
          <ac:chgData name="Francesco  Pizzato" userId="S::francesco.pizzato@polito.it::cce99b2e-d628-4a5a-aa37-143780a53bd4" providerId="AD" clId="Web-{EA3D364D-004F-DCF0-1126-C8E1326255BD}" dt="2025-10-29T09:54:46.295" v="132" actId="1076"/>
          <ac:picMkLst>
            <pc:docMk/>
            <pc:sldMk cId="1384401801" sldId="273"/>
            <ac:picMk id="7" creationId="{7D97A686-8A89-F3EF-B0CF-E519A45977FF}"/>
          </ac:picMkLst>
        </pc:picChg>
        <pc:picChg chg="del">
          <ac:chgData name="Francesco  Pizzato" userId="S::francesco.pizzato@polito.it::cce99b2e-d628-4a5a-aa37-143780a53bd4" providerId="AD" clId="Web-{EA3D364D-004F-DCF0-1126-C8E1326255BD}" dt="2025-10-29T09:47:29.414" v="66"/>
          <ac:picMkLst>
            <pc:docMk/>
            <pc:sldMk cId="1384401801" sldId="273"/>
            <ac:picMk id="8" creationId="{9E60FAB1-7E63-0F4D-DC94-05E2698ED4FB}"/>
          </ac:picMkLst>
        </pc:picChg>
        <pc:picChg chg="del">
          <ac:chgData name="Francesco  Pizzato" userId="S::francesco.pizzato@polito.it::cce99b2e-d628-4a5a-aa37-143780a53bd4" providerId="AD" clId="Web-{EA3D364D-004F-DCF0-1126-C8E1326255BD}" dt="2025-10-29T09:51:24.186" v="78"/>
          <ac:picMkLst>
            <pc:docMk/>
            <pc:sldMk cId="1384401801" sldId="273"/>
            <ac:picMk id="9" creationId="{CE6FE484-D2D8-1521-E5B2-32FEC9CCB04A}"/>
          </ac:picMkLst>
        </pc:picChg>
        <pc:picChg chg="del">
          <ac:chgData name="Francesco  Pizzato" userId="S::francesco.pizzato@polito.it::cce99b2e-d628-4a5a-aa37-143780a53bd4" providerId="AD" clId="Web-{EA3D364D-004F-DCF0-1126-C8E1326255BD}" dt="2025-10-29T09:52:23.787" v="87"/>
          <ac:picMkLst>
            <pc:docMk/>
            <pc:sldMk cId="1384401801" sldId="273"/>
            <ac:picMk id="10" creationId="{1E377974-F4B1-A2EE-973B-38D3754ED5E1}"/>
          </ac:picMkLst>
        </pc:picChg>
        <pc:picChg chg="del mod">
          <ac:chgData name="Francesco  Pizzato" userId="S::francesco.pizzato@polito.it::cce99b2e-d628-4a5a-aa37-143780a53bd4" providerId="AD" clId="Web-{EA3D364D-004F-DCF0-1126-C8E1326255BD}" dt="2025-10-29T09:54:20.197" v="124"/>
          <ac:picMkLst>
            <pc:docMk/>
            <pc:sldMk cId="1384401801" sldId="273"/>
            <ac:picMk id="11" creationId="{E6BCEF89-FC4A-36FE-3142-3BD7F80C06BB}"/>
          </ac:picMkLst>
        </pc:picChg>
        <pc:picChg chg="mod">
          <ac:chgData name="Francesco  Pizzato" userId="S::francesco.pizzato@polito.it::cce99b2e-d628-4a5a-aa37-143780a53bd4" providerId="AD" clId="Web-{EA3D364D-004F-DCF0-1126-C8E1326255BD}" dt="2025-10-29T09:53:54.459" v="123" actId="1076"/>
          <ac:picMkLst>
            <pc:docMk/>
            <pc:sldMk cId="1384401801" sldId="273"/>
            <ac:picMk id="16" creationId="{E52CDD14-7B60-159C-C752-4E6A36C9A023}"/>
          </ac:picMkLst>
        </pc:picChg>
        <pc:picChg chg="mod">
          <ac:chgData name="Francesco  Pizzato" userId="S::francesco.pizzato@polito.it::cce99b2e-d628-4a5a-aa37-143780a53bd4" providerId="AD" clId="Web-{EA3D364D-004F-DCF0-1126-C8E1326255BD}" dt="2025-10-29T09:53:31.034" v="112" actId="1076"/>
          <ac:picMkLst>
            <pc:docMk/>
            <pc:sldMk cId="1384401801" sldId="273"/>
            <ac:picMk id="17" creationId="{86E039A7-3465-2339-C40E-911ED51415E1}"/>
          </ac:picMkLst>
        </pc:picChg>
        <pc:picChg chg="mod">
          <ac:chgData name="Francesco  Pizzato" userId="S::francesco.pizzato@polito.it::cce99b2e-d628-4a5a-aa37-143780a53bd4" providerId="AD" clId="Web-{EA3D364D-004F-DCF0-1126-C8E1326255BD}" dt="2025-10-29T09:53:43.520" v="119" actId="1076"/>
          <ac:picMkLst>
            <pc:docMk/>
            <pc:sldMk cId="1384401801" sldId="273"/>
            <ac:picMk id="28" creationId="{5F82CC79-A2D3-AE26-1E18-5CC74D9AABBB}"/>
          </ac:picMkLst>
        </pc:picChg>
      </pc:sldChg>
    </pc:docChg>
  </pc:docChgLst>
  <pc:docChgLst>
    <pc:chgData name="Francesco  Pizzato" userId="S::francesco.pizzato@polito.it::cce99b2e-d628-4a5a-aa37-143780a53bd4" providerId="AD" clId="Web-{33000FD9-77A5-9325-396D-5D063714D147}"/>
    <pc:docChg chg="addSld delSld modSld">
      <pc:chgData name="Francesco  Pizzato" userId="S::francesco.pizzato@polito.it::cce99b2e-d628-4a5a-aa37-143780a53bd4" providerId="AD" clId="Web-{33000FD9-77A5-9325-396D-5D063714D147}" dt="2025-10-29T09:24:19.331" v="77" actId="1076"/>
      <pc:docMkLst>
        <pc:docMk/>
      </pc:docMkLst>
      <pc:sldChg chg="addSp modSp">
        <pc:chgData name="Francesco  Pizzato" userId="S::francesco.pizzato@polito.it::cce99b2e-d628-4a5a-aa37-143780a53bd4" providerId="AD" clId="Web-{33000FD9-77A5-9325-396D-5D063714D147}" dt="2025-10-29T09:23:31.438" v="60" actId="1076"/>
        <pc:sldMkLst>
          <pc:docMk/>
          <pc:sldMk cId="0" sldId="260"/>
        </pc:sldMkLst>
        <pc:spChg chg="add mod">
          <ac:chgData name="Francesco  Pizzato" userId="S::francesco.pizzato@polito.it::cce99b2e-d628-4a5a-aa37-143780a53bd4" providerId="AD" clId="Web-{33000FD9-77A5-9325-396D-5D063714D147}" dt="2025-10-29T09:23:31.438" v="60" actId="1076"/>
          <ac:spMkLst>
            <pc:docMk/>
            <pc:sldMk cId="0" sldId="260"/>
            <ac:spMk id="2" creationId="{39278588-B89D-2F7A-E175-8A19AC46FBAF}"/>
          </ac:spMkLst>
        </pc:spChg>
        <pc:spChg chg="mod">
          <ac:chgData name="Francesco  Pizzato" userId="S::francesco.pizzato@polito.it::cce99b2e-d628-4a5a-aa37-143780a53bd4" providerId="AD" clId="Web-{33000FD9-77A5-9325-396D-5D063714D147}" dt="2025-10-29T09:22:27.106" v="41" actId="20577"/>
          <ac:spMkLst>
            <pc:docMk/>
            <pc:sldMk cId="0" sldId="260"/>
            <ac:spMk id="92" creationId="{00000000-0000-0000-0000-000000000000}"/>
          </ac:spMkLst>
        </pc:spChg>
        <pc:picChg chg="mod">
          <ac:chgData name="Francesco  Pizzato" userId="S::francesco.pizzato@polito.it::cce99b2e-d628-4a5a-aa37-143780a53bd4" providerId="AD" clId="Web-{33000FD9-77A5-9325-396D-5D063714D147}" dt="2025-10-29T09:23:31.406" v="59" actId="1076"/>
          <ac:picMkLst>
            <pc:docMk/>
            <pc:sldMk cId="0" sldId="260"/>
            <ac:picMk id="3" creationId="{E05A1A73-B16A-CD32-279E-1EEF22FBD721}"/>
          </ac:picMkLst>
        </pc:picChg>
      </pc:sldChg>
      <pc:sldChg chg="addSp delSp modSp">
        <pc:chgData name="Francesco  Pizzato" userId="S::francesco.pizzato@polito.it::cce99b2e-d628-4a5a-aa37-143780a53bd4" providerId="AD" clId="Web-{33000FD9-77A5-9325-396D-5D063714D147}" dt="2025-10-29T09:24:19.331" v="77" actId="1076"/>
        <pc:sldMkLst>
          <pc:docMk/>
          <pc:sldMk cId="190819178" sldId="262"/>
        </pc:sldMkLst>
        <pc:spChg chg="mod">
          <ac:chgData name="Francesco  Pizzato" userId="S::francesco.pizzato@polito.it::cce99b2e-d628-4a5a-aa37-143780a53bd4" providerId="AD" clId="Web-{33000FD9-77A5-9325-396D-5D063714D147}" dt="2025-10-29T09:24:14.112" v="75" actId="20577"/>
          <ac:spMkLst>
            <pc:docMk/>
            <pc:sldMk cId="190819178" sldId="262"/>
            <ac:spMk id="92" creationId="{3B0CB8A2-05CB-7EFB-5D97-9A2B9C0B39AE}"/>
          </ac:spMkLst>
        </pc:spChg>
        <pc:picChg chg="del">
          <ac:chgData name="Francesco  Pizzato" userId="S::francesco.pizzato@polito.it::cce99b2e-d628-4a5a-aa37-143780a53bd4" providerId="AD" clId="Web-{33000FD9-77A5-9325-396D-5D063714D147}" dt="2025-10-29T09:24:02.189" v="63"/>
          <ac:picMkLst>
            <pc:docMk/>
            <pc:sldMk cId="190819178" sldId="262"/>
            <ac:picMk id="2" creationId="{37223A27-6069-4B73-9C36-59EF4F2E2827}"/>
          </ac:picMkLst>
        </pc:picChg>
        <pc:picChg chg="add mod">
          <ac:chgData name="Francesco  Pizzato" userId="S::francesco.pizzato@polito.it::cce99b2e-d628-4a5a-aa37-143780a53bd4" providerId="AD" clId="Web-{33000FD9-77A5-9325-396D-5D063714D147}" dt="2025-10-29T09:24:19.331" v="77" actId="1076"/>
          <ac:picMkLst>
            <pc:docMk/>
            <pc:sldMk cId="190819178" sldId="262"/>
            <ac:picMk id="3" creationId="{8D7B5071-9F2F-B492-4CF6-4F2B202C5591}"/>
          </ac:picMkLst>
        </pc:picChg>
      </pc:sldChg>
      <pc:sldChg chg="add replId">
        <pc:chgData name="Francesco  Pizzato" userId="S::francesco.pizzato@polito.it::cce99b2e-d628-4a5a-aa37-143780a53bd4" providerId="AD" clId="Web-{33000FD9-77A5-9325-396D-5D063714D147}" dt="2025-10-29T09:24:00.126" v="62"/>
        <pc:sldMkLst>
          <pc:docMk/>
          <pc:sldMk cId="1802942804" sldId="266"/>
        </pc:sldMkLst>
      </pc:sldChg>
      <pc:sldChg chg="del">
        <pc:chgData name="Francesco  Pizzato" userId="S::francesco.pizzato@polito.it::cce99b2e-d628-4a5a-aa37-143780a53bd4" providerId="AD" clId="Web-{33000FD9-77A5-9325-396D-5D063714D147}" dt="2025-10-29T09:23:34.047" v="61"/>
        <pc:sldMkLst>
          <pc:docMk/>
          <pc:sldMk cId="232010677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3D698F38-2E8B-2F06-9158-8BEFB7F7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>
            <a:extLst>
              <a:ext uri="{FF2B5EF4-FFF2-40B4-BE49-F238E27FC236}">
                <a16:creationId xmlns:a16="http://schemas.microsoft.com/office/drawing/2014/main" id="{EA2DB63F-7A53-D054-CD5C-F5D0F6774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>
            <a:extLst>
              <a:ext uri="{FF2B5EF4-FFF2-40B4-BE49-F238E27FC236}">
                <a16:creationId xmlns:a16="http://schemas.microsoft.com/office/drawing/2014/main" id="{D21B58EE-E035-AB8A-9875-9B8634506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4879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E6D2AAA2-3BDB-8D5A-A91A-C4B0FA65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>
            <a:extLst>
              <a:ext uri="{FF2B5EF4-FFF2-40B4-BE49-F238E27FC236}">
                <a16:creationId xmlns:a16="http://schemas.microsoft.com/office/drawing/2014/main" id="{0BB3D206-CE14-D91E-657B-48188E6AA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>
            <a:extLst>
              <a:ext uri="{FF2B5EF4-FFF2-40B4-BE49-F238E27FC236}">
                <a16:creationId xmlns:a16="http://schemas.microsoft.com/office/drawing/2014/main" id="{45F4DC6A-E8AB-119B-8831-3B19C3E1B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0128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798A783D-DE2D-0C4F-C2F2-504FC662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>
            <a:extLst>
              <a:ext uri="{FF2B5EF4-FFF2-40B4-BE49-F238E27FC236}">
                <a16:creationId xmlns:a16="http://schemas.microsoft.com/office/drawing/2014/main" id="{D33FDDD4-1A66-E36D-6575-68899E4DE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>
            <a:extLst>
              <a:ext uri="{FF2B5EF4-FFF2-40B4-BE49-F238E27FC236}">
                <a16:creationId xmlns:a16="http://schemas.microsoft.com/office/drawing/2014/main" id="{1912F0A6-123D-F5D2-64DC-704988635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9846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34270B66-629C-3D93-562C-8FB0C2B3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>
            <a:extLst>
              <a:ext uri="{FF2B5EF4-FFF2-40B4-BE49-F238E27FC236}">
                <a16:creationId xmlns:a16="http://schemas.microsoft.com/office/drawing/2014/main" id="{6E5E1A06-6E21-5162-7721-CC9DF37D4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>
            <a:extLst>
              <a:ext uri="{FF2B5EF4-FFF2-40B4-BE49-F238E27FC236}">
                <a16:creationId xmlns:a16="http://schemas.microsoft.com/office/drawing/2014/main" id="{4AEB8650-429A-5189-4EA2-097352F4E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4194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FC407E87-7270-8553-E771-46169F90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>
            <a:extLst>
              <a:ext uri="{FF2B5EF4-FFF2-40B4-BE49-F238E27FC236}">
                <a16:creationId xmlns:a16="http://schemas.microsoft.com/office/drawing/2014/main" id="{32ABDDED-66D3-2655-2DCF-FD97F0B76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>
            <a:extLst>
              <a:ext uri="{FF2B5EF4-FFF2-40B4-BE49-F238E27FC236}">
                <a16:creationId xmlns:a16="http://schemas.microsoft.com/office/drawing/2014/main" id="{72E30973-CC8D-B0E7-F310-E15627B7D7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8314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BE4FFAC1-45CC-DDC4-F297-0E4492C9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>
            <a:extLst>
              <a:ext uri="{FF2B5EF4-FFF2-40B4-BE49-F238E27FC236}">
                <a16:creationId xmlns:a16="http://schemas.microsoft.com/office/drawing/2014/main" id="{40EF8FED-22F4-3607-3F0A-55696AF0F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>
            <a:extLst>
              <a:ext uri="{FF2B5EF4-FFF2-40B4-BE49-F238E27FC236}">
                <a16:creationId xmlns:a16="http://schemas.microsoft.com/office/drawing/2014/main" id="{B5337C7C-A93D-5608-D1DF-EDF2A685E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8403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A6D14B54-BF89-B687-D878-51F12299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>
            <a:extLst>
              <a:ext uri="{FF2B5EF4-FFF2-40B4-BE49-F238E27FC236}">
                <a16:creationId xmlns:a16="http://schemas.microsoft.com/office/drawing/2014/main" id="{58CD14EB-C23F-6782-6761-56A1C150B4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>
            <a:extLst>
              <a:ext uri="{FF2B5EF4-FFF2-40B4-BE49-F238E27FC236}">
                <a16:creationId xmlns:a16="http://schemas.microsoft.com/office/drawing/2014/main" id="{519AB292-9582-9F9B-A9B4-9E327ABD3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51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CC2850D7-4144-FC3E-B427-9345CB0B9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>
            <a:extLst>
              <a:ext uri="{FF2B5EF4-FFF2-40B4-BE49-F238E27FC236}">
                <a16:creationId xmlns:a16="http://schemas.microsoft.com/office/drawing/2014/main" id="{A6F45832-EBC1-E130-52C9-7C2646651B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>
            <a:extLst>
              <a:ext uri="{FF2B5EF4-FFF2-40B4-BE49-F238E27FC236}">
                <a16:creationId xmlns:a16="http://schemas.microsoft.com/office/drawing/2014/main" id="{26F60F75-9DE8-37F6-EC8E-771F4E55A6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08792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52238055-A08F-AFB8-B894-BCEB96854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>
            <a:extLst>
              <a:ext uri="{FF2B5EF4-FFF2-40B4-BE49-F238E27FC236}">
                <a16:creationId xmlns:a16="http://schemas.microsoft.com/office/drawing/2014/main" id="{1F335181-8A3E-A5D0-32DB-625F1A5FB4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>
            <a:extLst>
              <a:ext uri="{FF2B5EF4-FFF2-40B4-BE49-F238E27FC236}">
                <a16:creationId xmlns:a16="http://schemas.microsoft.com/office/drawing/2014/main" id="{3072BF69-7713-CD49-DEB1-7DB6C00BE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4846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Apertura - Titolo presentazione">
  <p:cSld name="1_Apertura - Titolo presentazione">
    <p:bg>
      <p:bgPr>
        <a:solidFill>
          <a:schemeClr val="dk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65" y="0"/>
            <a:ext cx="1211107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" y="5410098"/>
            <a:ext cx="2166253" cy="95260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8"/>
          <p:cNvSpPr txBox="1">
            <a:spLocks noGrp="1"/>
          </p:cNvSpPr>
          <p:nvPr>
            <p:ph type="body" idx="1"/>
          </p:nvPr>
        </p:nvSpPr>
        <p:spPr>
          <a:xfrm>
            <a:off x="691763" y="1812897"/>
            <a:ext cx="10951054" cy="83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533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533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533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533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›"/>
              <a:defRPr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2"/>
          </p:nvPr>
        </p:nvSpPr>
        <p:spPr>
          <a:xfrm>
            <a:off x="3742821" y="3303150"/>
            <a:ext cx="5040312" cy="47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" name="Google Shape;19;p8"/>
          <p:cNvPicPr preferRelativeResize="0"/>
          <p:nvPr/>
        </p:nvPicPr>
        <p:blipFill rotWithShape="1">
          <a:blip r:embed="rId4">
            <a:alphaModFix/>
          </a:blip>
          <a:srcRect l="60711"/>
          <a:stretch/>
        </p:blipFill>
        <p:spPr>
          <a:xfrm>
            <a:off x="9732391" y="5410098"/>
            <a:ext cx="1956021" cy="955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body" idx="3"/>
          </p:nvPr>
        </p:nvSpPr>
        <p:spPr>
          <a:xfrm>
            <a:off x="691763" y="4408016"/>
            <a:ext cx="5040312" cy="47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>
  <p:cSld name="Titolo e contenut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266400" y="1548000"/>
            <a:ext cx="1166495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2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3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centrale e contenuto">
  <p:cSld name="Titolo centrale e contenut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266400" y="180000"/>
            <a:ext cx="11662075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266400" y="1548000"/>
            <a:ext cx="11662075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2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3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 + 1 Immagine">
  <p:cSld name="Titolo e contenuto + 1 Immagin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266400" y="180000"/>
            <a:ext cx="6228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266400" y="1548000"/>
            <a:ext cx="6228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›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>
            <a:spLocks noGrp="1"/>
          </p:cNvSpPr>
          <p:nvPr>
            <p:ph type="pic" idx="2"/>
          </p:nvPr>
        </p:nvSpPr>
        <p:spPr>
          <a:xfrm>
            <a:off x="6586538" y="267495"/>
            <a:ext cx="5341937" cy="577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" name="Google Shape;35;p11"/>
          <p:cNvSpPr txBox="1">
            <a:spLocks noGrp="1"/>
          </p:cNvSpPr>
          <p:nvPr>
            <p:ph type="body" idx="3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4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>
  <p:cSld name="Vuota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3614608" y="6362246"/>
            <a:ext cx="8421867" cy="23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8575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›"/>
              <a:defRPr sz="900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3609474" y="6609589"/>
            <a:ext cx="8451065" cy="21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/>
          <p:nvPr/>
        </p:nvSpPr>
        <p:spPr>
          <a:xfrm>
            <a:off x="0" y="6308725"/>
            <a:ext cx="12192000" cy="5492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" name="Google Shape;11;p7"/>
          <p:cNvSpPr txBox="1">
            <a:spLocks noGrp="1"/>
          </p:cNvSpPr>
          <p:nvPr>
            <p:ph type="title"/>
          </p:nvPr>
        </p:nvSpPr>
        <p:spPr>
          <a:xfrm>
            <a:off x="266400" y="180000"/>
            <a:ext cx="1166495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3600"/>
              <a:buFont typeface="Century Gothic"/>
              <a:buNone/>
              <a:defRPr sz="3600" b="1" i="0" u="none" strike="noStrike" cap="none">
                <a:solidFill>
                  <a:srgbClr val="003F7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body" idx="1"/>
          </p:nvPr>
        </p:nvSpPr>
        <p:spPr>
          <a:xfrm>
            <a:off x="266400" y="1533167"/>
            <a:ext cx="1166495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›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›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pic>
        <p:nvPicPr>
          <p:cNvPr id="13" name="Google Shape;13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8000" y="6400800"/>
            <a:ext cx="818653" cy="36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66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164">
          <p15:clr>
            <a:srgbClr val="F26B43"/>
          </p15:clr>
        </p15:guide>
        <p15:guide id="6" orient="horz" pos="4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x.doi.org/10.1002/nem.230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hyperlink" Target="https://doi.org/10.1109/NOMS59830.2024.10575212" TargetMode="External"/><Relationship Id="rId4" Type="http://schemas.openxmlformats.org/officeDocument/2006/relationships/hyperlink" Target="https://doi.org/10.1109/CSR61664.2024.1067950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>
            <a:spLocks noGrp="1"/>
          </p:cNvSpPr>
          <p:nvPr>
            <p:ph type="body" idx="1"/>
          </p:nvPr>
        </p:nvSpPr>
        <p:spPr>
          <a:xfrm>
            <a:off x="847879" y="2336182"/>
            <a:ext cx="10557484" cy="83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sz="4400" b="0" dirty="0"/>
              <a:t>A demonstration of an autonomous</a:t>
            </a:r>
            <a:endParaRPr lang="en-US" dirty="0"/>
          </a:p>
          <a:p>
            <a:pPr marL="0" indent="0"/>
            <a:r>
              <a:rPr lang="en-US" sz="4400" b="0" dirty="0"/>
              <a:t>approach for cyberattack mitigation</a:t>
            </a:r>
            <a:endParaRPr dirty="0"/>
          </a:p>
        </p:txBody>
      </p:sp>
      <p:sp>
        <p:nvSpPr>
          <p:cNvPr id="46" name="Google Shape;46;p1"/>
          <p:cNvSpPr txBox="1">
            <a:spLocks noGrp="1"/>
          </p:cNvSpPr>
          <p:nvPr>
            <p:ph type="body" idx="2"/>
          </p:nvPr>
        </p:nvSpPr>
        <p:spPr>
          <a:xfrm>
            <a:off x="2218617" y="3171741"/>
            <a:ext cx="7759813" cy="55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sz="1800" i="1" u="sng" dirty="0"/>
              <a:t>Francesco Pizzato</a:t>
            </a:r>
            <a:r>
              <a:rPr lang="en-US" sz="1800" i="1" dirty="0"/>
              <a:t>, Daniele </a:t>
            </a:r>
            <a:r>
              <a:rPr lang="en-US" sz="1800" i="1" err="1"/>
              <a:t>Bringhenti</a:t>
            </a:r>
            <a:r>
              <a:rPr lang="en-US" sz="1800" i="1" dirty="0"/>
              <a:t>, </a:t>
            </a:r>
            <a:r>
              <a:rPr lang="en-US" sz="1800" i="1" u="sng" dirty="0"/>
              <a:t>Fulvio Valenza</a:t>
            </a:r>
            <a:r>
              <a:rPr lang="en-US" sz="1800" i="1" dirty="0"/>
              <a:t>, Riccardo Sisto</a:t>
            </a:r>
            <a:endParaRPr sz="1800" dirty="0"/>
          </a:p>
        </p:txBody>
      </p:sp>
      <p:sp>
        <p:nvSpPr>
          <p:cNvPr id="47" name="Google Shape;47;p1"/>
          <p:cNvSpPr txBox="1">
            <a:spLocks noGrp="1"/>
          </p:cNvSpPr>
          <p:nvPr>
            <p:ph type="body" idx="3"/>
          </p:nvPr>
        </p:nvSpPr>
        <p:spPr>
          <a:xfrm>
            <a:off x="1302788" y="230551"/>
            <a:ext cx="10101150" cy="47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SzPts val="2000"/>
            </a:pPr>
            <a:r>
              <a:rPr lang="en-US" sz="1400" dirty="0"/>
              <a:t>2025 International Conference of Network and Service Management (CNSM), Bologna, IT, 27-31 October 2025</a:t>
            </a:r>
            <a:endParaRPr sz="1200" dirty="0"/>
          </a:p>
        </p:txBody>
      </p:sp>
      <p:pic>
        <p:nvPicPr>
          <p:cNvPr id="48" name="Google Shape;48;p1" descr="A close-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249" y="5308740"/>
            <a:ext cx="2620744" cy="1220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2E4047F-05CA-01C4-B877-D5F5FD4FD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37FBF4BB-B2FF-F92F-4F03-17A9E74735B0}"/>
              </a:ext>
            </a:extLst>
          </p:cNvPr>
          <p:cNvSpPr txBox="1"/>
          <p:nvPr/>
        </p:nvSpPr>
        <p:spPr>
          <a:xfrm>
            <a:off x="11596254" y="6422201"/>
            <a:ext cx="5805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lang="en-US" sz="1400" dirty="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66F2E042-CE8A-3837-0366-570B15FE97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800" y="135000"/>
            <a:ext cx="8748713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25000"/>
              </a:lnSpc>
              <a:buSzPts val="2400"/>
            </a:pPr>
            <a:r>
              <a:rPr lang="en-US" sz="3200" dirty="0"/>
              <a:t>State of the Art and Motivation</a:t>
            </a:r>
            <a:endParaRPr sz="3200" b="0" i="1" dirty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F993726-000A-0AA3-6350-DD7A09F48578}"/>
              </a:ext>
            </a:extLst>
          </p:cNvPr>
          <p:cNvSpPr>
            <a:spLocks noGrp="1"/>
          </p:cNvSpPr>
          <p:nvPr/>
        </p:nvSpPr>
        <p:spPr>
          <a:xfrm>
            <a:off x="200712" y="1213494"/>
            <a:ext cx="8852344" cy="27604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00284B"/>
                </a:solidFill>
              </a:rPr>
              <a:t>In literature, automatic approaches were proposed to mitigate cyberattacks with </a:t>
            </a:r>
            <a:r>
              <a:rPr lang="en-US" sz="2400" b="1" dirty="0">
                <a:solidFill>
                  <a:srgbClr val="00284B"/>
                </a:solidFill>
              </a:rPr>
              <a:t>firewall</a:t>
            </a:r>
            <a:r>
              <a:rPr lang="en-US" sz="2400" dirty="0">
                <a:solidFill>
                  <a:srgbClr val="00284B"/>
                </a:solidFill>
              </a:rPr>
              <a:t> reconfiguration, but with excessive manual interaction:</a:t>
            </a:r>
            <a:endParaRPr lang="en-US"/>
          </a:p>
          <a:p>
            <a:pPr marL="629920" lvl="1" indent="-305435">
              <a:buFont typeface="Arial"/>
              <a:buChar char="•"/>
            </a:pPr>
            <a:r>
              <a:rPr lang="en-US" sz="2400" dirty="0">
                <a:solidFill>
                  <a:srgbClr val="00284B"/>
                </a:solidFill>
              </a:rPr>
              <a:t>to analyze Intrusion Detection System (IDS) logs and </a:t>
            </a:r>
            <a:r>
              <a:rPr lang="en-US" sz="2400" b="1" dirty="0">
                <a:solidFill>
                  <a:srgbClr val="00284B"/>
                </a:solidFill>
              </a:rPr>
              <a:t>extract</a:t>
            </a:r>
            <a:r>
              <a:rPr lang="en-US" sz="2400" dirty="0">
                <a:solidFill>
                  <a:srgbClr val="00284B"/>
                </a:solidFill>
              </a:rPr>
              <a:t> security policies;</a:t>
            </a:r>
          </a:p>
          <a:p>
            <a:pPr marL="629920" lvl="1" indent="-305435">
              <a:buFont typeface="Arial"/>
              <a:buChar char="•"/>
            </a:pPr>
            <a:r>
              <a:rPr lang="en-US" sz="2400" dirty="0">
                <a:solidFill>
                  <a:srgbClr val="00284B"/>
                </a:solidFill>
              </a:rPr>
              <a:t>to </a:t>
            </a:r>
            <a:r>
              <a:rPr lang="en-US" sz="2400" b="1" dirty="0">
                <a:solidFill>
                  <a:srgbClr val="00284B"/>
                </a:solidFill>
              </a:rPr>
              <a:t>issue</a:t>
            </a:r>
            <a:r>
              <a:rPr lang="en-US" sz="2400" dirty="0">
                <a:solidFill>
                  <a:srgbClr val="00284B"/>
                </a:solidFill>
              </a:rPr>
              <a:t> all low-level reconfiguration commands which are automatically computed.</a:t>
            </a:r>
          </a:p>
        </p:txBody>
      </p:sp>
      <p:pic>
        <p:nvPicPr>
          <p:cNvPr id="4" name="Immagine 6">
            <a:extLst>
              <a:ext uri="{FF2B5EF4-FFF2-40B4-BE49-F238E27FC236}">
                <a16:creationId xmlns:a16="http://schemas.microsoft.com/office/drawing/2014/main" id="{DA5EC23A-6DBA-8A13-7CA7-51F63B32A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666" y="1931423"/>
            <a:ext cx="1322033" cy="1322033"/>
          </a:xfrm>
          <a:prstGeom prst="rect">
            <a:avLst/>
          </a:prstGeom>
        </p:spPr>
      </p:pic>
      <p:sp>
        <p:nvSpPr>
          <p:cNvPr id="5" name="Segnaposto testo 1">
            <a:extLst>
              <a:ext uri="{FF2B5EF4-FFF2-40B4-BE49-F238E27FC236}">
                <a16:creationId xmlns:a16="http://schemas.microsoft.com/office/drawing/2014/main" id="{BE559269-4722-77CB-EC5B-BF6614E8F13E}"/>
              </a:ext>
            </a:extLst>
          </p:cNvPr>
          <p:cNvSpPr txBox="1">
            <a:spLocks/>
          </p:cNvSpPr>
          <p:nvPr/>
        </p:nvSpPr>
        <p:spPr>
          <a:xfrm>
            <a:off x="2048660" y="4808358"/>
            <a:ext cx="7651543" cy="929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These still manual operations are not only slow,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but also prone to decision-making errors.</a:t>
            </a:r>
            <a:endParaRPr lang="it-IT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10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/>
        </p:nvSpPr>
        <p:spPr>
          <a:xfrm>
            <a:off x="11596254" y="6422201"/>
            <a:ext cx="5805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lang="en-US" sz="1400" dirty="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2" name="Google Shape;92;p5"/>
          <p:cNvSpPr txBox="1">
            <a:spLocks noGrp="1"/>
          </p:cNvSpPr>
          <p:nvPr>
            <p:ph type="title"/>
          </p:nvPr>
        </p:nvSpPr>
        <p:spPr>
          <a:xfrm>
            <a:off x="199800" y="135000"/>
            <a:ext cx="10121321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25000"/>
              </a:lnSpc>
              <a:buSzPts val="2400"/>
            </a:pPr>
            <a:r>
              <a:rPr lang="en-US" sz="3200" dirty="0"/>
              <a:t>The proposed solution: Automated Mitigation </a:t>
            </a:r>
          </a:p>
        </p:txBody>
      </p:sp>
      <p:pic>
        <p:nvPicPr>
          <p:cNvPr id="3" name="Picture 2" descr="A diagram of a firewall&#10;&#10;AI-generated content may be incorrect.">
            <a:extLst>
              <a:ext uri="{FF2B5EF4-FFF2-40B4-BE49-F238E27FC236}">
                <a16:creationId xmlns:a16="http://schemas.microsoft.com/office/drawing/2014/main" id="{E05A1A73-B16A-CD32-279E-1EEF22FBD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80" y="1426315"/>
            <a:ext cx="11440093" cy="3202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278588-B89D-2F7A-E175-8A19AC46FBAF}"/>
              </a:ext>
            </a:extLst>
          </p:cNvPr>
          <p:cNvSpPr txBox="1"/>
          <p:nvPr/>
        </p:nvSpPr>
        <p:spPr>
          <a:xfrm>
            <a:off x="524821" y="5255781"/>
            <a:ext cx="11445138" cy="10541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>
              <a:lnSpc>
                <a:spcPts val="2502"/>
              </a:lnSpc>
            </a:pPr>
            <a:r>
              <a:rPr lang="en-US" sz="2400" kern="1200" dirty="0">
                <a:solidFill>
                  <a:srgbClr val="00284B"/>
                </a:solidFill>
                <a:ea typeface="+mn-ea"/>
              </a:rPr>
              <a:t>The proposed solution consists in an </a:t>
            </a:r>
            <a:r>
              <a:rPr lang="en-US" sz="2400" b="1" kern="1200" dirty="0">
                <a:solidFill>
                  <a:srgbClr val="00284B"/>
                </a:solidFill>
                <a:ea typeface="+mn-ea"/>
              </a:rPr>
              <a:t>autonomous</a:t>
            </a:r>
            <a:r>
              <a:rPr lang="en-US" sz="2400" kern="1200" dirty="0">
                <a:solidFill>
                  <a:srgbClr val="00284B"/>
                </a:solidFill>
                <a:ea typeface="+mn-ea"/>
              </a:rPr>
              <a:t>, </a:t>
            </a:r>
            <a:r>
              <a:rPr lang="en-US" sz="2400" b="1" kern="1200" dirty="0">
                <a:solidFill>
                  <a:srgbClr val="00284B"/>
                </a:solidFill>
                <a:ea typeface="+mn-ea"/>
              </a:rPr>
              <a:t>optimized </a:t>
            </a:r>
            <a:r>
              <a:rPr lang="en-US" sz="2400" kern="1200" dirty="0">
                <a:solidFill>
                  <a:srgbClr val="00284B"/>
                </a:solidFill>
                <a:ea typeface="+mn-ea"/>
              </a:rPr>
              <a:t>and </a:t>
            </a:r>
            <a:r>
              <a:rPr lang="en-US" sz="2400" b="1" kern="1200" dirty="0">
                <a:solidFill>
                  <a:srgbClr val="00284B"/>
                </a:solidFill>
                <a:ea typeface="+mn-ea"/>
              </a:rPr>
              <a:t>provably correct </a:t>
            </a:r>
            <a:r>
              <a:rPr lang="en-US" sz="2400" kern="1200" dirty="0">
                <a:solidFill>
                  <a:srgbClr val="00284B"/>
                </a:solidFill>
                <a:ea typeface="+mn-ea"/>
              </a:rPr>
              <a:t>process to mitigate cyberattacks by reconfiguring distributed firewalls.</a:t>
            </a:r>
            <a:endParaRPr lang="en-US">
              <a:ea typeface="+mn-ea"/>
            </a:endParaRPr>
          </a:p>
          <a:p>
            <a:pPr lvl="0" algn="l" rtl="0">
              <a:lnSpc>
                <a:spcPts val="2502"/>
              </a:lnSpc>
            </a:pPr>
            <a:endParaRPr lang="en-US" sz="2400" kern="1200" dirty="0">
              <a:solidFill>
                <a:srgbClr val="00284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445C199-996B-4725-712F-9C80170A0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15CF6D77-27F8-47C1-3A29-CDBD353ED2EE}"/>
              </a:ext>
            </a:extLst>
          </p:cNvPr>
          <p:cNvSpPr txBox="1"/>
          <p:nvPr/>
        </p:nvSpPr>
        <p:spPr>
          <a:xfrm>
            <a:off x="11596254" y="6422201"/>
            <a:ext cx="5805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lang="en-US" sz="1400" dirty="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5" name="Segnaposto numero diapositiva 3">
            <a:extLst>
              <a:ext uri="{FF2B5EF4-FFF2-40B4-BE49-F238E27FC236}">
                <a16:creationId xmlns:a16="http://schemas.microsoft.com/office/drawing/2014/main" id="{72C8B916-ABA2-7CE4-0825-B5F370DE8C4D}"/>
              </a:ext>
            </a:extLst>
          </p:cNvPr>
          <p:cNvSpPr txBox="1">
            <a:spLocks/>
          </p:cNvSpPr>
          <p:nvPr/>
        </p:nvSpPr>
        <p:spPr>
          <a:xfrm>
            <a:off x="0" y="6553495"/>
            <a:ext cx="854579" cy="30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›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›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D57F1E4F-1CFF-5643-939E-217C01CDF565}" type="slidenum">
              <a:rPr lang="en-US"/>
              <a:pPr/>
              <a:t>4</a:t>
            </a:fld>
            <a:r>
              <a:rPr lang="en-US"/>
              <a:t>/16</a:t>
            </a:r>
            <a:endParaRPr lang="en-US" dirty="0"/>
          </a:p>
        </p:txBody>
      </p:sp>
      <p:sp>
        <p:nvSpPr>
          <p:cNvPr id="6" name="Titolo 4">
            <a:extLst>
              <a:ext uri="{FF2B5EF4-FFF2-40B4-BE49-F238E27FC236}">
                <a16:creationId xmlns:a16="http://schemas.microsoft.com/office/drawing/2014/main" id="{69A44A8D-3244-0BBA-B16A-C6571C2EF20E}"/>
              </a:ext>
            </a:extLst>
          </p:cNvPr>
          <p:cNvSpPr txBox="1">
            <a:spLocks/>
          </p:cNvSpPr>
          <p:nvPr/>
        </p:nvSpPr>
        <p:spPr>
          <a:xfrm>
            <a:off x="64690" y="10700"/>
            <a:ext cx="10964926" cy="87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003F76"/>
              </a:buClr>
              <a:buSzPts val="1800"/>
              <a:buFont typeface="Century Gothic"/>
              <a:buNone/>
              <a:defRPr sz="3600" b="1" i="0" u="none" strike="noStrike" cap="none">
                <a:solidFill>
                  <a:srgbClr val="003F7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dirty="0" err="1"/>
              <a:t>Validation</a:t>
            </a:r>
            <a:r>
              <a:rPr lang="it-IT" dirty="0"/>
              <a:t>:</a:t>
            </a:r>
            <a:r>
              <a:rPr lang="en-US" dirty="0"/>
              <a:t> Mitigation of a flooding DoS attack</a:t>
            </a:r>
            <a:endParaRPr lang="it-IT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A452CA87-BE7C-604B-5865-C4DADFC25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005" y="1325313"/>
            <a:ext cx="904875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BB5E31DB-FF10-F47B-0C5C-3ACCD0B3E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674" y="1928128"/>
            <a:ext cx="8763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0F9E7D30-6056-CC58-2B45-19C6A3AA2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287" y="4687779"/>
            <a:ext cx="1019175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>
            <a:extLst>
              <a:ext uri="{FF2B5EF4-FFF2-40B4-BE49-F238E27FC236}">
                <a16:creationId xmlns:a16="http://schemas.microsoft.com/office/drawing/2014/main" id="{0F1DB52E-1244-D027-74BD-3952B7612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287" y="5421752"/>
            <a:ext cx="719267" cy="85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>
            <a:extLst>
              <a:ext uri="{FF2B5EF4-FFF2-40B4-BE49-F238E27FC236}">
                <a16:creationId xmlns:a16="http://schemas.microsoft.com/office/drawing/2014/main" id="{E52CDD14-7B60-159C-C752-4E6A36C9A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228" y="5326926"/>
            <a:ext cx="1047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>
            <a:extLst>
              <a:ext uri="{FF2B5EF4-FFF2-40B4-BE49-F238E27FC236}">
                <a16:creationId xmlns:a16="http://schemas.microsoft.com/office/drawing/2014/main" id="{86E039A7-3465-2339-C40E-911ED5141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24" y="3579029"/>
            <a:ext cx="810953" cy="810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ED9AAC7C-BDD7-135C-536A-D4DBF8F5AC6F}"/>
              </a:ext>
            </a:extLst>
          </p:cNvPr>
          <p:cNvSpPr/>
          <p:nvPr/>
        </p:nvSpPr>
        <p:spPr>
          <a:xfrm>
            <a:off x="4698241" y="1784299"/>
            <a:ext cx="412825" cy="1397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6615C7D5-3682-20BC-918B-1FEAFAC3E16C}"/>
              </a:ext>
            </a:extLst>
          </p:cNvPr>
          <p:cNvSpPr/>
          <p:nvPr/>
        </p:nvSpPr>
        <p:spPr>
          <a:xfrm>
            <a:off x="5849815" y="1772919"/>
            <a:ext cx="492370" cy="139733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reccia angolare in su 19">
            <a:extLst>
              <a:ext uri="{FF2B5EF4-FFF2-40B4-BE49-F238E27FC236}">
                <a16:creationId xmlns:a16="http://schemas.microsoft.com/office/drawing/2014/main" id="{98B19403-ED1B-769A-E71D-8816223C8A8F}"/>
              </a:ext>
            </a:extLst>
          </p:cNvPr>
          <p:cNvSpPr/>
          <p:nvPr/>
        </p:nvSpPr>
        <p:spPr>
          <a:xfrm flipV="1">
            <a:off x="9916112" y="1438069"/>
            <a:ext cx="1028553" cy="301640"/>
          </a:xfrm>
          <a:prstGeom prst="bentUp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3B33BD4B-7CB3-1767-5DE7-9290EC101FE1}"/>
              </a:ext>
            </a:extLst>
          </p:cNvPr>
          <p:cNvSpPr/>
          <p:nvPr/>
        </p:nvSpPr>
        <p:spPr>
          <a:xfrm rot="5400000">
            <a:off x="10664038" y="3134673"/>
            <a:ext cx="576335" cy="15481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9CCBFA3A-61CB-8D26-7816-A4ACBEA8CCFC}"/>
              </a:ext>
            </a:extLst>
          </p:cNvPr>
          <p:cNvSpPr/>
          <p:nvPr/>
        </p:nvSpPr>
        <p:spPr>
          <a:xfrm rot="5400000">
            <a:off x="10763590" y="4423213"/>
            <a:ext cx="342571" cy="1623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angolare in su 22">
            <a:extLst>
              <a:ext uri="{FF2B5EF4-FFF2-40B4-BE49-F238E27FC236}">
                <a16:creationId xmlns:a16="http://schemas.microsoft.com/office/drawing/2014/main" id="{B699EA91-9550-D4F7-58ED-77A24055BECE}"/>
              </a:ext>
            </a:extLst>
          </p:cNvPr>
          <p:cNvSpPr/>
          <p:nvPr/>
        </p:nvSpPr>
        <p:spPr>
          <a:xfrm rot="5400000" flipV="1">
            <a:off x="10361978" y="5393561"/>
            <a:ext cx="342963" cy="921976"/>
          </a:xfrm>
          <a:prstGeom prst="bentUp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A0A6A92E-EA68-8626-5464-8EADE135FDB6}"/>
              </a:ext>
            </a:extLst>
          </p:cNvPr>
          <p:cNvSpPr/>
          <p:nvPr/>
        </p:nvSpPr>
        <p:spPr>
          <a:xfrm rot="10800000">
            <a:off x="8733085" y="5844026"/>
            <a:ext cx="396655" cy="16236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DA7730F4-C372-DEC9-1172-B4A3EE9A0196}"/>
              </a:ext>
            </a:extLst>
          </p:cNvPr>
          <p:cNvSpPr/>
          <p:nvPr/>
        </p:nvSpPr>
        <p:spPr>
          <a:xfrm rot="10800000">
            <a:off x="7400583" y="5844026"/>
            <a:ext cx="396655" cy="16236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B621DBCF-112D-76E2-616F-567802D984F7}"/>
              </a:ext>
            </a:extLst>
          </p:cNvPr>
          <p:cNvSpPr/>
          <p:nvPr/>
        </p:nvSpPr>
        <p:spPr>
          <a:xfrm rot="16200000">
            <a:off x="5353639" y="4602451"/>
            <a:ext cx="396655" cy="16236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911B7703-1C8B-22F7-D559-173FE5C147BF}"/>
              </a:ext>
            </a:extLst>
          </p:cNvPr>
          <p:cNvSpPr/>
          <p:nvPr/>
        </p:nvSpPr>
        <p:spPr>
          <a:xfrm rot="10800000">
            <a:off x="4368090" y="3873381"/>
            <a:ext cx="536564" cy="152796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8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82CC79-A2D3-AE26-1E18-5CC74D9AAB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9329" y="1141007"/>
            <a:ext cx="3195369" cy="2172622"/>
          </a:xfrm>
          <a:prstGeom prst="rect">
            <a:avLst/>
          </a:prstGeom>
        </p:spPr>
      </p:pic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C77BF8E-EDA2-3E56-C52C-77AB82F663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7136" y="1309402"/>
            <a:ext cx="4010656" cy="62095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9F8F1B-8960-93FA-94D5-A0A9CD06F8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3766" y="3619059"/>
            <a:ext cx="5450193" cy="77550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7E812CD-BA31-DB72-AB43-1C9A6AEB54B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72" r="-95" b="47855"/>
          <a:stretch>
            <a:fillRect/>
          </a:stretch>
        </p:blipFill>
        <p:spPr>
          <a:xfrm>
            <a:off x="3357299" y="4975586"/>
            <a:ext cx="4041669" cy="181000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7" name="Picture 6" descr="A computer code with numbers and letters&#10;&#10;AI-generated content may be incorrect.">
            <a:extLst>
              <a:ext uri="{FF2B5EF4-FFF2-40B4-BE49-F238E27FC236}">
                <a16:creationId xmlns:a16="http://schemas.microsoft.com/office/drawing/2014/main" id="{7D97A686-8A89-F3EF-B0CF-E519A45977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66" y="3419349"/>
            <a:ext cx="4193840" cy="1477701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384401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/>
        </p:nvSpPr>
        <p:spPr>
          <a:xfrm>
            <a:off x="365443" y="1261626"/>
            <a:ext cx="8862639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Thanks for your attention!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</a:t>
            </a:r>
            <a:r>
              <a:rPr lang="en-US" sz="28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Francesco Pizzato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&lt;francesco.pizzato@polito.it&gt;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CasellaDiTesto 5">
            <a:extLst>
              <a:ext uri="{FF2B5EF4-FFF2-40B4-BE49-F238E27FC236}">
                <a16:creationId xmlns:a16="http://schemas.microsoft.com/office/drawing/2014/main" id="{EFC3B089-6E27-CA38-1CFE-7ACCE5184EEF}"/>
              </a:ext>
            </a:extLst>
          </p:cNvPr>
          <p:cNvSpPr txBox="1"/>
          <p:nvPr/>
        </p:nvSpPr>
        <p:spPr>
          <a:xfrm>
            <a:off x="152400" y="5051500"/>
            <a:ext cx="11887200" cy="55198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it-IT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it-IT" sz="1500" dirty="0">
                <a:solidFill>
                  <a:srgbClr val="003461"/>
                </a:solidFill>
              </a:rPr>
              <a:t>D. </a:t>
            </a:r>
            <a:r>
              <a:rPr lang="it-IT" sz="1500" dirty="0" err="1">
                <a:solidFill>
                  <a:srgbClr val="003461"/>
                </a:solidFill>
              </a:rPr>
              <a:t>Bringhenti</a:t>
            </a:r>
            <a:r>
              <a:rPr lang="it-IT" sz="1500" dirty="0">
                <a:solidFill>
                  <a:srgbClr val="003461"/>
                </a:solidFill>
              </a:rPr>
              <a:t>, F. Pizzato, R. Sisto, F. Valenza, "</a:t>
            </a:r>
            <a:r>
              <a:rPr lang="it-IT" sz="1500" i="1" dirty="0" err="1">
                <a:solidFill>
                  <a:srgbClr val="003461"/>
                </a:solidFill>
              </a:rPr>
              <a:t>Autonomous</a:t>
            </a:r>
            <a:r>
              <a:rPr lang="it-IT" sz="1500" i="1" dirty="0">
                <a:solidFill>
                  <a:srgbClr val="003461"/>
                </a:solidFill>
              </a:rPr>
              <a:t> </a:t>
            </a:r>
            <a:r>
              <a:rPr lang="it-IT" sz="1500" i="1" dirty="0" err="1">
                <a:solidFill>
                  <a:srgbClr val="003461"/>
                </a:solidFill>
              </a:rPr>
              <a:t>attack</a:t>
            </a:r>
            <a:r>
              <a:rPr lang="it-IT" sz="1500" i="1" dirty="0">
                <a:solidFill>
                  <a:srgbClr val="003461"/>
                </a:solidFill>
              </a:rPr>
              <a:t> </a:t>
            </a:r>
            <a:r>
              <a:rPr lang="it-IT" sz="1500" i="1" dirty="0" err="1">
                <a:solidFill>
                  <a:srgbClr val="003461"/>
                </a:solidFill>
              </a:rPr>
              <a:t>mitigation</a:t>
            </a:r>
            <a:r>
              <a:rPr lang="it-IT" sz="1500" i="1" dirty="0">
                <a:solidFill>
                  <a:srgbClr val="003461"/>
                </a:solidFill>
              </a:rPr>
              <a:t> </a:t>
            </a:r>
            <a:r>
              <a:rPr lang="it-IT" sz="1500" i="1" dirty="0" err="1">
                <a:solidFill>
                  <a:srgbClr val="003461"/>
                </a:solidFill>
              </a:rPr>
              <a:t>through</a:t>
            </a:r>
            <a:r>
              <a:rPr lang="it-IT" sz="1500" i="1" dirty="0">
                <a:solidFill>
                  <a:srgbClr val="003461"/>
                </a:solidFill>
              </a:rPr>
              <a:t> firewall </a:t>
            </a:r>
            <a:r>
              <a:rPr lang="it-IT" sz="1500" i="1" dirty="0" err="1">
                <a:solidFill>
                  <a:srgbClr val="003461"/>
                </a:solidFill>
              </a:rPr>
              <a:t>reconfiguration</a:t>
            </a:r>
            <a:r>
              <a:rPr lang="it-IT" sz="1500" dirty="0">
                <a:solidFill>
                  <a:srgbClr val="003461"/>
                </a:solidFill>
              </a:rPr>
              <a:t>", International Journal of Network Management, 2024. </a:t>
            </a:r>
            <a:r>
              <a:rPr lang="it-IT" sz="1500" dirty="0">
                <a:solidFill>
                  <a:srgbClr val="00346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10.1002/nem.2307</a:t>
            </a:r>
            <a:r>
              <a:rPr lang="it-IT" sz="1500" dirty="0">
                <a:solidFill>
                  <a:srgbClr val="003461"/>
                </a:solidFill>
              </a:rPr>
              <a:t> </a:t>
            </a:r>
            <a:endParaRPr lang="it-IT" sz="1500" b="1" dirty="0">
              <a:solidFill>
                <a:srgbClr val="003461"/>
              </a:solidFill>
              <a:cs typeface="Arial"/>
            </a:endParaRPr>
          </a:p>
        </p:txBody>
      </p:sp>
      <p:sp>
        <p:nvSpPr>
          <p:cNvPr id="3" name="CasellaDiTesto 5">
            <a:extLst>
              <a:ext uri="{FF2B5EF4-FFF2-40B4-BE49-F238E27FC236}">
                <a16:creationId xmlns:a16="http://schemas.microsoft.com/office/drawing/2014/main" id="{E75D2D26-DC45-59B7-48D5-C17B26F97EB3}"/>
              </a:ext>
            </a:extLst>
          </p:cNvPr>
          <p:cNvSpPr txBox="1"/>
          <p:nvPr/>
        </p:nvSpPr>
        <p:spPr>
          <a:xfrm>
            <a:off x="150169" y="4415462"/>
            <a:ext cx="11887200" cy="58687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it-IT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it-IT" sz="1500" dirty="0">
                <a:solidFill>
                  <a:srgbClr val="003461"/>
                </a:solidFill>
              </a:rPr>
              <a:t>D. </a:t>
            </a:r>
            <a:r>
              <a:rPr lang="it-IT" sz="1500" err="1">
                <a:solidFill>
                  <a:srgbClr val="003461"/>
                </a:solidFill>
              </a:rPr>
              <a:t>Bringhenti</a:t>
            </a:r>
            <a:r>
              <a:rPr lang="it-IT" sz="1500" dirty="0">
                <a:solidFill>
                  <a:srgbClr val="003461"/>
                </a:solidFill>
              </a:rPr>
              <a:t>, F. Pizzato, R. Sisto, F. Valenza, "</a:t>
            </a:r>
            <a:r>
              <a:rPr lang="it-IT" sz="1500" i="1" dirty="0">
                <a:solidFill>
                  <a:srgbClr val="003461"/>
                </a:solidFill>
              </a:rPr>
              <a:t>A looping </a:t>
            </a:r>
            <a:r>
              <a:rPr lang="it-IT" sz="1500" i="1" err="1">
                <a:solidFill>
                  <a:srgbClr val="003461"/>
                </a:solidFill>
              </a:rPr>
              <a:t>process</a:t>
            </a:r>
            <a:r>
              <a:rPr lang="it-IT" sz="1500" i="1" dirty="0">
                <a:solidFill>
                  <a:srgbClr val="003461"/>
                </a:solidFill>
              </a:rPr>
              <a:t> for </a:t>
            </a:r>
            <a:r>
              <a:rPr lang="it-IT" sz="1500" i="1" err="1">
                <a:solidFill>
                  <a:srgbClr val="003461"/>
                </a:solidFill>
              </a:rPr>
              <a:t>cyberattack</a:t>
            </a:r>
            <a:r>
              <a:rPr lang="it-IT" sz="1500" i="1" dirty="0">
                <a:solidFill>
                  <a:srgbClr val="003461"/>
                </a:solidFill>
              </a:rPr>
              <a:t> </a:t>
            </a:r>
            <a:r>
              <a:rPr lang="it-IT" sz="1500" i="1" err="1">
                <a:solidFill>
                  <a:srgbClr val="003461"/>
                </a:solidFill>
              </a:rPr>
              <a:t>mitigation</a:t>
            </a:r>
            <a:r>
              <a:rPr lang="it-IT" sz="1500" dirty="0">
                <a:solidFill>
                  <a:srgbClr val="003461"/>
                </a:solidFill>
              </a:rPr>
              <a:t>", IEEE International Conference on Cyber Security and </a:t>
            </a:r>
            <a:r>
              <a:rPr lang="it-IT" sz="1500" err="1">
                <a:solidFill>
                  <a:srgbClr val="003461"/>
                </a:solidFill>
              </a:rPr>
              <a:t>Resilience</a:t>
            </a:r>
            <a:r>
              <a:rPr lang="it-IT" sz="1500" dirty="0">
                <a:solidFill>
                  <a:srgbClr val="003461"/>
                </a:solidFill>
              </a:rPr>
              <a:t>, London, UK, 2-4 </a:t>
            </a:r>
            <a:r>
              <a:rPr lang="it-IT" sz="1500" err="1">
                <a:solidFill>
                  <a:srgbClr val="003461"/>
                </a:solidFill>
              </a:rPr>
              <a:t>September</a:t>
            </a:r>
            <a:r>
              <a:rPr lang="it-IT" sz="1500" dirty="0">
                <a:solidFill>
                  <a:srgbClr val="003461"/>
                </a:solidFill>
              </a:rPr>
              <a:t> 2024. </a:t>
            </a:r>
            <a:r>
              <a:rPr lang="it-IT" sz="1500" dirty="0">
                <a:solidFill>
                  <a:srgbClr val="00346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10.1109/CSR61664.2024.10679501</a:t>
            </a:r>
            <a:endParaRPr lang="it-IT" sz="1500" b="1" dirty="0">
              <a:solidFill>
                <a:srgbClr val="003461"/>
              </a:solidFill>
              <a:cs typeface="Arial"/>
            </a:endParaRPr>
          </a:p>
          <a:p>
            <a:endParaRPr lang="it-IT" sz="1500">
              <a:solidFill>
                <a:srgbClr val="003461"/>
              </a:solidFill>
            </a:endParaRPr>
          </a:p>
        </p:txBody>
      </p:sp>
      <p:sp>
        <p:nvSpPr>
          <p:cNvPr id="5" name="CasellaDiTesto 5">
            <a:extLst>
              <a:ext uri="{FF2B5EF4-FFF2-40B4-BE49-F238E27FC236}">
                <a16:creationId xmlns:a16="http://schemas.microsoft.com/office/drawing/2014/main" id="{31CA3885-B672-CF47-A79F-CD98B898001D}"/>
              </a:ext>
            </a:extLst>
          </p:cNvPr>
          <p:cNvSpPr txBox="1"/>
          <p:nvPr/>
        </p:nvSpPr>
        <p:spPr>
          <a:xfrm>
            <a:off x="157882" y="5665485"/>
            <a:ext cx="11887200" cy="55198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it-IT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it-IT" sz="1500" dirty="0">
                <a:solidFill>
                  <a:srgbClr val="00284B"/>
                </a:solidFill>
                <a:latin typeface="Arial"/>
                <a:cs typeface="Arial"/>
              </a:rPr>
              <a:t>F. Pizzato, D. </a:t>
            </a:r>
            <a:r>
              <a:rPr lang="it-IT" sz="1500" dirty="0" err="1">
                <a:solidFill>
                  <a:srgbClr val="00284B"/>
                </a:solidFill>
                <a:latin typeface="Arial"/>
                <a:cs typeface="Arial"/>
              </a:rPr>
              <a:t>Bringhenti</a:t>
            </a:r>
            <a:r>
              <a:rPr lang="it-IT" sz="1500" dirty="0">
                <a:solidFill>
                  <a:srgbClr val="00284B"/>
                </a:solidFill>
                <a:latin typeface="Arial"/>
                <a:cs typeface="Arial"/>
              </a:rPr>
              <a:t>, R. Sisto, F. Valenza, “</a:t>
            </a:r>
            <a:r>
              <a:rPr lang="it-IT" sz="1500" i="1" dirty="0" err="1">
                <a:solidFill>
                  <a:srgbClr val="00284B"/>
                </a:solidFill>
                <a:latin typeface="Arial"/>
                <a:cs typeface="Arial"/>
              </a:rPr>
              <a:t>Automatic</a:t>
            </a:r>
            <a:r>
              <a:rPr lang="it-IT" sz="1500" i="1" dirty="0">
                <a:solidFill>
                  <a:srgbClr val="00284B"/>
                </a:solidFill>
                <a:latin typeface="Arial"/>
                <a:cs typeface="Arial"/>
              </a:rPr>
              <a:t> and </a:t>
            </a:r>
            <a:r>
              <a:rPr lang="it-IT" sz="1500" i="1" dirty="0" err="1">
                <a:solidFill>
                  <a:srgbClr val="00284B"/>
                </a:solidFill>
                <a:latin typeface="Arial"/>
                <a:cs typeface="Arial"/>
              </a:rPr>
              <a:t>optimized</a:t>
            </a:r>
            <a:r>
              <a:rPr lang="it-IT" sz="1500" i="1" dirty="0">
                <a:solidFill>
                  <a:srgbClr val="00284B"/>
                </a:solidFill>
                <a:latin typeface="Arial"/>
                <a:cs typeface="Arial"/>
              </a:rPr>
              <a:t> firewall </a:t>
            </a:r>
            <a:r>
              <a:rPr lang="it-IT" sz="1500" i="1" dirty="0" err="1">
                <a:solidFill>
                  <a:srgbClr val="00284B"/>
                </a:solidFill>
                <a:latin typeface="Arial"/>
                <a:cs typeface="Arial"/>
              </a:rPr>
              <a:t>reconfiguration</a:t>
            </a:r>
            <a:r>
              <a:rPr lang="it-IT" sz="1500" dirty="0">
                <a:solidFill>
                  <a:srgbClr val="00284B"/>
                </a:solidFill>
                <a:latin typeface="Arial"/>
                <a:cs typeface="Arial"/>
              </a:rPr>
              <a:t>“, in IEEE Network Operations and Management Symposium (NOMS 2024), Seoul, South Korea, 6–10 </a:t>
            </a:r>
            <a:r>
              <a:rPr lang="it-IT" sz="1500" dirty="0" err="1">
                <a:solidFill>
                  <a:srgbClr val="00284B"/>
                </a:solidFill>
                <a:latin typeface="Arial"/>
                <a:cs typeface="Arial"/>
              </a:rPr>
              <a:t>May</a:t>
            </a:r>
            <a:r>
              <a:rPr lang="it-IT" sz="1500" dirty="0">
                <a:solidFill>
                  <a:srgbClr val="00284B"/>
                </a:solidFill>
                <a:latin typeface="Arial"/>
                <a:cs typeface="Arial"/>
              </a:rPr>
              <a:t> 2024. </a:t>
            </a:r>
            <a:r>
              <a:rPr lang="it-IT" sz="1500" dirty="0">
                <a:solidFill>
                  <a:srgbClr val="00346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10.1109/NOMS59830.2024.10575212</a:t>
            </a:r>
            <a:r>
              <a:rPr lang="it-IT" sz="1500" dirty="0">
                <a:solidFill>
                  <a:srgbClr val="003461"/>
                </a:solidFill>
              </a:rPr>
              <a:t> </a:t>
            </a:r>
            <a:endParaRPr lang="en-US" sz="1500" dirty="0">
              <a:solidFill>
                <a:srgbClr val="003461"/>
              </a:solidFill>
            </a:endParaRPr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37A4CCBE-04EF-ACCE-8CD8-C125F3C371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416" y="2137818"/>
            <a:ext cx="1867566" cy="1867566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5C62CEB8-7458-D977-85C8-3FCE324063AA}"/>
              </a:ext>
            </a:extLst>
          </p:cNvPr>
          <p:cNvSpPr txBox="1"/>
          <p:nvPr/>
        </p:nvSpPr>
        <p:spPr>
          <a:xfrm>
            <a:off x="9755954" y="1362253"/>
            <a:ext cx="208020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400" b="1" dirty="0"/>
              <a:t>GitHub (VEREFOO):</a:t>
            </a:r>
            <a:endParaRPr 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2F7E56A-0F3E-8A21-BD3B-7A25FD67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371FD8DD-736E-7AD8-4E0C-5B0055BCB006}"/>
              </a:ext>
            </a:extLst>
          </p:cNvPr>
          <p:cNvSpPr txBox="1"/>
          <p:nvPr/>
        </p:nvSpPr>
        <p:spPr>
          <a:xfrm>
            <a:off x="11596254" y="6422201"/>
            <a:ext cx="5805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3B0CB8A2-05CB-7EFB-5D97-9A2B9C0B3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800" y="135000"/>
            <a:ext cx="8748713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25000"/>
              </a:lnSpc>
              <a:buSzPts val="2400"/>
            </a:pPr>
            <a:r>
              <a:rPr lang="en-US" sz="3200" dirty="0"/>
              <a:t>Input Preparation</a:t>
            </a:r>
            <a:endParaRPr sz="3200" b="0" i="1" dirty="0"/>
          </a:p>
        </p:txBody>
      </p:sp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D7B5071-9F2F-B492-4CF6-4F2B202C5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921" y="1189176"/>
            <a:ext cx="1857375" cy="3952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Segnaposto testo 1">
                <a:extLst>
                  <a:ext uri="{FF2B5EF4-FFF2-40B4-BE49-F238E27FC236}">
                    <a16:creationId xmlns:a16="http://schemas.microsoft.com/office/drawing/2014/main" id="{120573F8-8850-A611-9BF8-3A42FF34CFD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99800" y="939954"/>
                <a:ext cx="7760688" cy="5311214"/>
              </a:xfrm>
            </p:spPr>
            <p:txBody>
              <a:bodyPr>
                <a:normAutofit/>
              </a:bodyPr>
              <a:lstStyle/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Network Security Policies (NSPs) identifies:</a:t>
                </a:r>
              </a:p>
              <a:p>
                <a:pPr lvl="1"/>
                <a:r>
                  <a:rPr lang="en-US" sz="2000" dirty="0"/>
                  <a:t>all traffic flows that must be blocked because potentially malicious (</a:t>
                </a:r>
                <a:r>
                  <a:rPr lang="en-US" sz="2000" b="1" dirty="0"/>
                  <a:t>isolation</a:t>
                </a:r>
                <a:r>
                  <a:rPr lang="en-US" sz="2000" dirty="0"/>
                  <a:t>);</a:t>
                </a:r>
              </a:p>
              <a:p>
                <a:pPr lvl="1"/>
                <a:r>
                  <a:rPr lang="en-US" sz="2000" dirty="0"/>
                  <a:t>all traffic flows that must reach their destination to provide service connectivity (</a:t>
                </a:r>
                <a:r>
                  <a:rPr lang="en-US" sz="2000" b="1" dirty="0"/>
                  <a:t>reachability</a:t>
                </a:r>
                <a:r>
                  <a:rPr lang="en-US" sz="2000" dirty="0"/>
                  <a:t>).</a:t>
                </a:r>
              </a:p>
              <a:p>
                <a:pPr marL="324000" lvl="1" indent="0">
                  <a:buNone/>
                </a:pPr>
                <a:r>
                  <a:rPr lang="en-US" sz="2400" dirty="0"/>
                  <a:t>Each NSP has a condition and action: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1" i="1" dirty="0" err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network configuration provides all information about the current network status, including its </a:t>
                </a:r>
                <a:r>
                  <a:rPr lang="en-US" sz="2400" b="1" dirty="0"/>
                  <a:t>topological structure </a:t>
                </a:r>
                <a:r>
                  <a:rPr lang="en-US" sz="2400" dirty="0"/>
                  <a:t>and the configuration of all network middleboxes or </a:t>
                </a:r>
                <a:r>
                  <a:rPr lang="en-US" sz="2400" b="1" dirty="0"/>
                  <a:t>firewalls</a:t>
                </a:r>
                <a:r>
                  <a:rPr lang="en-US" sz="24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b="0" i="0" u="none" strike="noStrike" baseline="0" dirty="0"/>
                  <a:t>It is written with a </a:t>
                </a:r>
                <a:r>
                  <a:rPr lang="en-US" sz="2000" b="1" i="0" u="none" strike="noStrike" baseline="0" dirty="0"/>
                  <a:t>medium-level language</a:t>
                </a:r>
                <a:r>
                  <a:rPr lang="en-US" sz="2000" b="0" i="0" u="none" strike="noStrike" baseline="0" dirty="0"/>
                  <a:t> independent of low-level </a:t>
                </a:r>
                <a:r>
                  <a:rPr lang="it-IT" sz="2000" b="0" i="0" u="none" strike="noStrike" baseline="0" dirty="0"/>
                  <a:t>network settings.</a:t>
                </a:r>
                <a:endParaRPr lang="it-IT" sz="2800" dirty="0"/>
              </a:p>
            </p:txBody>
          </p:sp>
        </mc:Choice>
        <mc:Fallback xmlns="">
          <p:sp>
            <p:nvSpPr>
              <p:cNvPr id="2" name="Segnaposto testo 1">
                <a:extLst>
                  <a:ext uri="{FF2B5EF4-FFF2-40B4-BE49-F238E27FC236}">
                    <a16:creationId xmlns:a16="http://schemas.microsoft.com/office/drawing/2014/main" id="{120573F8-8850-A611-9BF8-3A42FF34CF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9800" y="939954"/>
                <a:ext cx="7760688" cy="5311214"/>
              </a:xfrm>
              <a:blipFill>
                <a:blip r:embed="rId4"/>
                <a:stretch>
                  <a:fillRect t="-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19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DE2A6DF-4412-0F64-B177-F291F005F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1126C7EF-D1A7-FFB0-41E8-3932A6607C3E}"/>
              </a:ext>
            </a:extLst>
          </p:cNvPr>
          <p:cNvSpPr txBox="1"/>
          <p:nvPr/>
        </p:nvSpPr>
        <p:spPr>
          <a:xfrm>
            <a:off x="11596254" y="6422201"/>
            <a:ext cx="5805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5</a:t>
            </a:r>
            <a:endParaRPr lang="en-US" sz="1400" dirty="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7DC195BA-B16A-B300-5480-B08E6AB059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800" y="135000"/>
            <a:ext cx="10382475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25000"/>
              </a:lnSpc>
              <a:buSzPts val="2400"/>
            </a:pPr>
            <a:r>
              <a:rPr lang="en-US" sz="3200" dirty="0"/>
              <a:t>Firewall Configuration Translation and Deployment</a:t>
            </a:r>
            <a:endParaRPr sz="3200" b="0" i="1" dirty="0"/>
          </a:p>
        </p:txBody>
      </p:sp>
      <p:sp>
        <p:nvSpPr>
          <p:cNvPr id="4" name="Segnaposto testo 1">
            <a:extLst>
              <a:ext uri="{FF2B5EF4-FFF2-40B4-BE49-F238E27FC236}">
                <a16:creationId xmlns:a16="http://schemas.microsoft.com/office/drawing/2014/main" id="{B1C0B657-A196-2062-2048-FB677922E6F4}"/>
              </a:ext>
            </a:extLst>
          </p:cNvPr>
          <p:cNvSpPr txBox="1">
            <a:spLocks/>
          </p:cNvSpPr>
          <p:nvPr/>
        </p:nvSpPr>
        <p:spPr>
          <a:xfrm>
            <a:off x="293212" y="945000"/>
            <a:ext cx="7908414" cy="5218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›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›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›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A translating agent named </a:t>
            </a:r>
            <a:r>
              <a:rPr lang="en-US" b="1" dirty="0"/>
              <a:t>Firewall Configuration </a:t>
            </a:r>
            <a:r>
              <a:rPr lang="en-US" b="1" dirty="0" err="1"/>
              <a:t>eXchange</a:t>
            </a:r>
            <a:r>
              <a:rPr lang="en-US" b="1" dirty="0"/>
              <a:t> (FCX) </a:t>
            </a:r>
            <a:r>
              <a:rPr lang="en-US" dirty="0"/>
              <a:t>converts XML/JSON files into the specific commands of different firewalls. </a:t>
            </a:r>
          </a:p>
          <a:p>
            <a:pPr marL="1028700" lvl="2">
              <a:spcBef>
                <a:spcPts val="0"/>
              </a:spcBef>
              <a:buSzPts val="2400"/>
            </a:pPr>
            <a:r>
              <a:rPr lang="en-US" sz="2200" dirty="0"/>
              <a:t>This agent already supports the most common firewall technologies (e.g., iptables, </a:t>
            </a:r>
            <a:r>
              <a:rPr lang="en-US" sz="2200" dirty="0" err="1"/>
              <a:t>eBPF</a:t>
            </a:r>
            <a:r>
              <a:rPr lang="en-US" sz="2200" dirty="0"/>
              <a:t> firewall)</a:t>
            </a:r>
          </a:p>
          <a:p>
            <a:pPr marL="1028700" lvl="2" indent="-342900">
              <a:spcBef>
                <a:spcPts val="0"/>
              </a:spcBef>
              <a:buSzPts val="2400"/>
            </a:pPr>
            <a:r>
              <a:rPr lang="en-US" sz="2400" dirty="0"/>
              <a:t>It is flexible enough to support other types.</a:t>
            </a:r>
            <a:endParaRPr lang="en-US" dirty="0"/>
          </a:p>
          <a:p>
            <a:pPr lvl="1"/>
            <a:endParaRPr lang="en-US" sz="24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After this translation, the configuration settings are passed on to the </a:t>
            </a:r>
            <a:r>
              <a:rPr lang="en-US" b="1" dirty="0"/>
              <a:t>network orchestrator</a:t>
            </a:r>
            <a:r>
              <a:rPr lang="en-US" dirty="0"/>
              <a:t>, which can thus apply them to the firewalling virtual functions.</a:t>
            </a:r>
            <a:endParaRPr lang="it-IT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EDCCDA8-BD11-30D1-D43C-E769ED254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9"/>
          <a:stretch/>
        </p:blipFill>
        <p:spPr bwMode="auto">
          <a:xfrm>
            <a:off x="8295410" y="1393353"/>
            <a:ext cx="3052366" cy="4071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688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9ED48E4-FA59-DBD5-F5B5-A5C67D068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8515BC37-2EF7-B193-E507-012AD9FC051C}"/>
              </a:ext>
            </a:extLst>
          </p:cNvPr>
          <p:cNvSpPr txBox="1"/>
          <p:nvPr/>
        </p:nvSpPr>
        <p:spPr>
          <a:xfrm>
            <a:off x="11596254" y="6422201"/>
            <a:ext cx="5805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6</a:t>
            </a:r>
            <a:endParaRPr lang="en-US" sz="1400" dirty="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CD40BC57-1EDE-C5B6-E154-DBC3D85FD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800" y="135000"/>
            <a:ext cx="10382475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25000"/>
              </a:lnSpc>
              <a:buSzPts val="2400"/>
            </a:pPr>
            <a:r>
              <a:rPr lang="en-US" sz="3200" dirty="0"/>
              <a:t>Attack Detection</a:t>
            </a:r>
            <a:endParaRPr sz="3200" b="0" i="1" dirty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533743F-14AC-70DC-9BDB-EC6E30644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837" y="945000"/>
            <a:ext cx="7676282" cy="5218509"/>
          </a:xfrm>
        </p:spPr>
        <p:txBody>
          <a:bodyPr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/>
              <a:t>The IDS detection engine is used to evaluate the network and identify possible </a:t>
            </a:r>
            <a:r>
              <a:rPr lang="en-US" sz="2400" b="1" dirty="0"/>
              <a:t>attacks</a:t>
            </a:r>
            <a:r>
              <a:rPr lang="en-US" sz="2400" dirty="0"/>
              <a:t>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an attack is detected, the IDS triggers an alert by creating a new entry in its </a:t>
            </a:r>
            <a:r>
              <a:rPr lang="en-US" sz="2400" b="1" dirty="0"/>
              <a:t>log</a:t>
            </a:r>
            <a:r>
              <a:rPr lang="en-US" sz="2400" dirty="0"/>
              <a:t> file, describing all the information deduced about the attack.</a:t>
            </a:r>
          </a:p>
          <a:p>
            <a:pPr lvl="1"/>
            <a:r>
              <a:rPr lang="en-US" sz="2200" dirty="0"/>
              <a:t>The literature is rich in proposals about intelligent strategies for attack detection. </a:t>
            </a:r>
          </a:p>
          <a:p>
            <a:pPr lvl="1"/>
            <a:r>
              <a:rPr lang="en-US" sz="2200" dirty="0"/>
              <a:t>Our study is </a:t>
            </a:r>
            <a:r>
              <a:rPr lang="en-US" sz="2200" b="1" dirty="0"/>
              <a:t>not</a:t>
            </a:r>
            <a:r>
              <a:rPr lang="en-US" sz="2200" dirty="0"/>
              <a:t> interested in researching a new one, but our approach can support any IDS technology if the IDS produces a log file.</a:t>
            </a:r>
            <a:endParaRPr lang="it-IT" sz="2200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69C54316-56DE-BF5C-B70E-0EE3253034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53"/>
          <a:stretch/>
        </p:blipFill>
        <p:spPr bwMode="auto">
          <a:xfrm>
            <a:off x="8427015" y="1605439"/>
            <a:ext cx="3220395" cy="364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373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E71A083-9831-0BD5-E823-C074B150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8A3B52A1-088E-B3AC-AF61-5E028F28390F}"/>
              </a:ext>
            </a:extLst>
          </p:cNvPr>
          <p:cNvSpPr txBox="1"/>
          <p:nvPr/>
        </p:nvSpPr>
        <p:spPr>
          <a:xfrm>
            <a:off x="11596254" y="6422201"/>
            <a:ext cx="5805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</a:rPr>
              <a:t>7</a:t>
            </a:r>
            <a:endParaRPr lang="en-US" sz="1400" dirty="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DC8BD676-2C54-2959-653E-E71C4B3A0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800" y="135000"/>
            <a:ext cx="10382475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25000"/>
              </a:lnSpc>
              <a:buSzPts val="2400"/>
            </a:pPr>
            <a:r>
              <a:rPr lang="en-US" sz="3200" dirty="0"/>
              <a:t>Policy Extraction </a:t>
            </a:r>
            <a:endParaRPr sz="3200" b="0" i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46409C0-EEAD-B03E-E3C8-8E8A19A10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343" y="1600428"/>
            <a:ext cx="3287844" cy="327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egnaposto testo 1">
            <a:extLst>
              <a:ext uri="{FF2B5EF4-FFF2-40B4-BE49-F238E27FC236}">
                <a16:creationId xmlns:a16="http://schemas.microsoft.com/office/drawing/2014/main" id="{EFF1A7E2-B537-54A8-EE1C-97261A56E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288" y="1333229"/>
            <a:ext cx="7373826" cy="5218509"/>
          </a:xfrm>
        </p:spPr>
        <p:txBody>
          <a:bodyPr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A vigilant agent, named </a:t>
            </a:r>
            <a:r>
              <a:rPr lang="en-US" b="1" dirty="0"/>
              <a:t>Sentinel Policy Extractor (SPE)</a:t>
            </a:r>
            <a:r>
              <a:rPr lang="en-US" dirty="0"/>
              <a:t>, is granted read permission to IDS log files. </a:t>
            </a:r>
          </a:p>
          <a:p>
            <a:endParaRPr lang="en-US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It periodically checks them to search for new entries related to attack detection.</a:t>
            </a:r>
          </a:p>
          <a:p>
            <a:pPr lvl="1"/>
            <a:r>
              <a:rPr lang="en-US" sz="2200" dirty="0"/>
              <a:t>Whenever such an entry is detected, the </a:t>
            </a:r>
            <a:r>
              <a:rPr lang="en-US" sz="2200" b="1" dirty="0"/>
              <a:t>SPE extracts </a:t>
            </a:r>
            <a:r>
              <a:rPr lang="en-US" sz="2200" dirty="0"/>
              <a:t>crucial information and </a:t>
            </a:r>
            <a:r>
              <a:rPr lang="en-US" sz="2200" b="1" dirty="0"/>
              <a:t>produces </a:t>
            </a:r>
            <a:r>
              <a:rPr lang="en-US" sz="2200" dirty="0"/>
              <a:t>a set of NSPs that should correctly stop the attack.</a:t>
            </a:r>
          </a:p>
        </p:txBody>
      </p:sp>
    </p:spTree>
    <p:extLst>
      <p:ext uri="{BB962C8B-B14F-4D97-AF65-F5344CB8AC3E}">
        <p14:creationId xmlns:p14="http://schemas.microsoft.com/office/powerpoint/2010/main" val="3457314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1EC11E9-528C-CCCD-3389-84C894EE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61AD48A5-D896-A7B6-5F53-8473F8D3EB72}"/>
              </a:ext>
            </a:extLst>
          </p:cNvPr>
          <p:cNvSpPr txBox="1"/>
          <p:nvPr/>
        </p:nvSpPr>
        <p:spPr>
          <a:xfrm>
            <a:off x="11596254" y="6422201"/>
            <a:ext cx="5805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lang="en-US" sz="1400" dirty="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876D3850-35C9-D876-CEF9-AE4568176C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800" y="135000"/>
            <a:ext cx="10382475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25000"/>
              </a:lnSpc>
              <a:buSzPts val="2400"/>
            </a:pPr>
            <a:r>
              <a:rPr lang="en-US" sz="3200" dirty="0"/>
              <a:t>Policy Extraction </a:t>
            </a:r>
            <a:endParaRPr sz="3200" b="0" i="1" dirty="0"/>
          </a:p>
        </p:txBody>
      </p:sp>
      <p:sp>
        <p:nvSpPr>
          <p:cNvPr id="9" name="Segnaposto testo 1">
            <a:extLst>
              <a:ext uri="{FF2B5EF4-FFF2-40B4-BE49-F238E27FC236}">
                <a16:creationId xmlns:a16="http://schemas.microsoft.com/office/drawing/2014/main" id="{C5A82C5C-20A9-EDF8-B276-671B5AFAB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557" y="1159294"/>
            <a:ext cx="7373826" cy="5218509"/>
          </a:xfrm>
        </p:spPr>
        <p:txBody>
          <a:bodyPr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/>
              <a:t>Another agent, named </a:t>
            </a:r>
            <a:r>
              <a:rPr lang="en-US" sz="2400" b="1" dirty="0"/>
              <a:t>Conflicting Policy Merger (CPM)</a:t>
            </a:r>
            <a:r>
              <a:rPr lang="en-US" sz="2400" dirty="0"/>
              <a:t>, creates a merged NSP set, using the previous NSPs and the extracted ones.</a:t>
            </a:r>
          </a:p>
          <a:p>
            <a:pPr lvl="1"/>
            <a:r>
              <a:rPr lang="en-US" sz="2200" dirty="0"/>
              <a:t>Some extracted NSPs may conflict with the previous ones (e.g., they have the same condition, but opposite actions).</a:t>
            </a:r>
          </a:p>
          <a:p>
            <a:pPr lvl="1"/>
            <a:endParaRPr lang="en-US" sz="22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For each conflicting policy of the previous NSP set, the CPM modifies its conditions so that it does not include the overlapped part anymore.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4E83842F-92DA-EE58-1A47-E7349D30F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561" y="1578104"/>
            <a:ext cx="3516550" cy="3583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8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E7C89EE-BFD2-85EF-13A2-A60F535E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58901206-2ECD-21F8-DC7C-4877F44E4052}"/>
              </a:ext>
            </a:extLst>
          </p:cNvPr>
          <p:cNvSpPr txBox="1"/>
          <p:nvPr/>
        </p:nvSpPr>
        <p:spPr>
          <a:xfrm>
            <a:off x="11596254" y="6422201"/>
            <a:ext cx="5805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lang="en-US" sz="1400" dirty="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B0FB4939-7F38-232C-E395-BCC16C80C0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800" y="135000"/>
            <a:ext cx="10382475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25000"/>
              </a:lnSpc>
              <a:buSzPts val="2400"/>
            </a:pPr>
            <a:r>
              <a:rPr lang="en-US" sz="3200" dirty="0"/>
              <a:t>Firewall Reconfiguration Computation</a:t>
            </a:r>
            <a:endParaRPr sz="3200" b="0" i="1" dirty="0"/>
          </a:p>
        </p:txBody>
      </p:sp>
      <p:sp>
        <p:nvSpPr>
          <p:cNvPr id="4" name="Segnaposto testo 1">
            <a:extLst>
              <a:ext uri="{FF2B5EF4-FFF2-40B4-BE49-F238E27FC236}">
                <a16:creationId xmlns:a16="http://schemas.microsoft.com/office/drawing/2014/main" id="{9053E249-0EEE-8459-4CBD-3F534C58D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066" y="1107285"/>
            <a:ext cx="6677475" cy="5218509"/>
          </a:xfrm>
        </p:spPr>
        <p:txBody>
          <a:bodyPr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The new firewall configuration (composed of its new allocation scheme and rule set) is computed with </a:t>
            </a:r>
            <a:r>
              <a:rPr lang="en-US" b="1" dirty="0"/>
              <a:t>React-VEREFOO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it combines automation, formal verification and optimization;</a:t>
            </a:r>
          </a:p>
          <a:p>
            <a:pPr lvl="1"/>
            <a:r>
              <a:rPr lang="en-US" sz="2200" dirty="0"/>
              <a:t>it formulates the problem with Maximum Satisfiability Modulo Theories (</a:t>
            </a:r>
            <a:r>
              <a:rPr lang="en-US" sz="2200" err="1"/>
              <a:t>MaxSMT</a:t>
            </a:r>
            <a:r>
              <a:rPr lang="en-US" sz="2200" dirty="0"/>
              <a:t>);</a:t>
            </a:r>
          </a:p>
          <a:p>
            <a:pPr lvl="1"/>
            <a:r>
              <a:rPr lang="en-US" sz="2200" dirty="0"/>
              <a:t>it modifies the firewall configuration while keep</a:t>
            </a:r>
            <a:r>
              <a:rPr lang="en-US" sz="2200" b="1" dirty="0"/>
              <a:t>ing</a:t>
            </a:r>
            <a:r>
              <a:rPr lang="en-US" sz="2200" dirty="0"/>
              <a:t> the current one as much as possible.</a:t>
            </a:r>
          </a:p>
          <a:p>
            <a:pPr lvl="1">
              <a:buFont typeface="Arial" panose="05000000000000000000" pitchFamily="2" charset="2"/>
              <a:buChar char="›"/>
            </a:pPr>
            <a:endParaRPr lang="en-US" sz="12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The new configuration is translated by the FCX agent.. and the </a:t>
            </a:r>
            <a:r>
              <a:rPr lang="en-US" b="1" dirty="0"/>
              <a:t>loop </a:t>
            </a:r>
            <a:r>
              <a:rPr lang="en-US" dirty="0"/>
              <a:t>repeats.</a:t>
            </a:r>
          </a:p>
          <a:p>
            <a:pPr lvl="1"/>
            <a:endParaRPr lang="en-US" sz="2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CD95D79-6C79-C643-7B21-96758DA81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170" y="1456665"/>
            <a:ext cx="3372305" cy="394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887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7FF3F0A-10B1-8D5D-CE70-56BF3656A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0F7ACC3F-07E7-63A1-2B70-51E20EF8E31C}"/>
              </a:ext>
            </a:extLst>
          </p:cNvPr>
          <p:cNvSpPr txBox="1"/>
          <p:nvPr/>
        </p:nvSpPr>
        <p:spPr>
          <a:xfrm>
            <a:off x="11596254" y="6422201"/>
            <a:ext cx="5805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lang="en-US" sz="1400" dirty="0">
              <a:solidFill>
                <a:schemeClr val="lt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B4C302B2-1ADA-1BF2-B547-926A75826F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800" y="135000"/>
            <a:ext cx="10382475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25000"/>
              </a:lnSpc>
              <a:buSzPts val="2400"/>
            </a:pPr>
            <a:r>
              <a:rPr lang="en-US" sz="3200" dirty="0"/>
              <a:t>Implementation</a:t>
            </a:r>
            <a:endParaRPr sz="3200" b="0" i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D06946F-CC5C-63A9-41F0-DEEFE9115ACB}"/>
              </a:ext>
            </a:extLst>
          </p:cNvPr>
          <p:cNvSpPr txBox="1"/>
          <p:nvPr/>
        </p:nvSpPr>
        <p:spPr>
          <a:xfrm>
            <a:off x="319708" y="1016122"/>
            <a:ext cx="111351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 err="1">
                <a:solidFill>
                  <a:schemeClr val="tx1"/>
                </a:solidFill>
              </a:rPr>
              <a:t>Prototype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implementations</a:t>
            </a:r>
            <a:r>
              <a:rPr lang="it-IT" sz="2400" dirty="0">
                <a:solidFill>
                  <a:schemeClr val="tx1"/>
                </a:solidFill>
              </a:rPr>
              <a:t>, with </a:t>
            </a:r>
            <a:r>
              <a:rPr lang="it-IT" sz="2400" dirty="0" err="1">
                <a:solidFill>
                  <a:schemeClr val="tx1"/>
                </a:solidFill>
              </a:rPr>
              <a:t>their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interfaces</a:t>
            </a:r>
            <a:r>
              <a:rPr lang="it-IT" sz="2400" dirty="0">
                <a:solidFill>
                  <a:schemeClr val="tx1"/>
                </a:solidFill>
              </a:rPr>
              <a:t>, </a:t>
            </a:r>
            <a:r>
              <a:rPr lang="it-IT" sz="2400" dirty="0" err="1">
                <a:solidFill>
                  <a:schemeClr val="tx1"/>
                </a:solidFill>
              </a:rPr>
              <a:t>have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been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developed</a:t>
            </a:r>
            <a:r>
              <a:rPr lang="it-IT" sz="2400" dirty="0">
                <a:solidFill>
                  <a:schemeClr val="tx1"/>
                </a:solidFill>
              </a:rPr>
              <a:t> for the agents.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</a:rPr>
              <a:t>the</a:t>
            </a:r>
            <a:r>
              <a:rPr lang="it-IT" sz="2400" b="1" dirty="0">
                <a:solidFill>
                  <a:schemeClr val="tx1"/>
                </a:solidFill>
              </a:rPr>
              <a:t> FCX</a:t>
            </a:r>
            <a:r>
              <a:rPr lang="it-IT" sz="2400" dirty="0">
                <a:solidFill>
                  <a:schemeClr val="tx1"/>
                </a:solidFill>
              </a:rPr>
              <a:t> agent (Java) </a:t>
            </a:r>
            <a:r>
              <a:rPr lang="en-US" sz="2400" dirty="0">
                <a:solidFill>
                  <a:schemeClr val="tx1"/>
                </a:solidFill>
              </a:rPr>
              <a:t>can produce low-level settings for iptables, </a:t>
            </a:r>
            <a:r>
              <a:rPr lang="en-US" sz="2400" dirty="0" err="1">
                <a:solidFill>
                  <a:schemeClr val="tx1"/>
                </a:solidFill>
              </a:rPr>
              <a:t>ipfirewall</a:t>
            </a:r>
            <a:r>
              <a:rPr lang="en-US" sz="2400" dirty="0">
                <a:solidFill>
                  <a:schemeClr val="tx1"/>
                </a:solidFill>
              </a:rPr>
              <a:t>, Open </a:t>
            </a:r>
            <a:r>
              <a:rPr lang="en-US" sz="2400" dirty="0" err="1">
                <a:solidFill>
                  <a:schemeClr val="tx1"/>
                </a:solidFill>
              </a:rPr>
              <a:t>vSwitch</a:t>
            </a:r>
            <a:r>
              <a:rPr lang="en-US" sz="2400" dirty="0">
                <a:solidFill>
                  <a:schemeClr val="tx1"/>
                </a:solidFill>
              </a:rPr>
              <a:t>, and </a:t>
            </a:r>
            <a:r>
              <a:rPr lang="en-US" sz="2400" dirty="0" err="1">
                <a:solidFill>
                  <a:schemeClr val="tx1"/>
                </a:solidFill>
              </a:rPr>
              <a:t>eBPF</a:t>
            </a:r>
            <a:r>
              <a:rPr lang="en-US" sz="2400" dirty="0">
                <a:solidFill>
                  <a:schemeClr val="tx1"/>
                </a:solidFill>
              </a:rPr>
              <a:t> firewall;</a:t>
            </a:r>
            <a:endParaRPr lang="it-IT" sz="2400" dirty="0">
              <a:solidFill>
                <a:schemeClr val="tx1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</a:rPr>
              <a:t>the</a:t>
            </a:r>
            <a:r>
              <a:rPr lang="it-IT" sz="2400" b="1" dirty="0">
                <a:solidFill>
                  <a:schemeClr val="tx1"/>
                </a:solidFill>
              </a:rPr>
              <a:t> SPE</a:t>
            </a:r>
            <a:r>
              <a:rPr lang="it-IT" sz="2400" dirty="0">
                <a:solidFill>
                  <a:schemeClr val="tx1"/>
                </a:solidFill>
              </a:rPr>
              <a:t> (python3) </a:t>
            </a:r>
            <a:r>
              <a:rPr lang="en-US" sz="2400" dirty="0">
                <a:solidFill>
                  <a:schemeClr val="tx1"/>
                </a:solidFill>
              </a:rPr>
              <a:t>parses log files produced by Snort3 and OSSEC3.7;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/>
                </a:solidFill>
              </a:rPr>
              <a:t>the </a:t>
            </a:r>
            <a:r>
              <a:rPr lang="it-IT" sz="2400" b="1" dirty="0">
                <a:solidFill>
                  <a:schemeClr val="tx1"/>
                </a:solidFill>
              </a:rPr>
              <a:t>CPE</a:t>
            </a:r>
            <a:r>
              <a:rPr lang="it-IT" sz="2400" dirty="0">
                <a:solidFill>
                  <a:schemeClr val="tx1"/>
                </a:solidFill>
              </a:rPr>
              <a:t> agent (pythons3) works with XML/JSON </a:t>
            </a:r>
            <a:r>
              <a:rPr lang="it-IT" sz="2400" dirty="0" err="1">
                <a:solidFill>
                  <a:schemeClr val="tx1"/>
                </a:solidFill>
              </a:rPr>
              <a:t>documents</a:t>
            </a:r>
            <a:r>
              <a:rPr lang="it-IT" sz="2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713156"/>
      </p:ext>
    </p:extLst>
  </p:cSld>
  <p:clrMapOvr>
    <a:masterClrMapping/>
  </p:clrMapOvr>
</p:sld>
</file>

<file path=ppt/theme/theme1.xml><?xml version="1.0" encoding="utf-8"?>
<a:theme xmlns:a="http://schemas.openxmlformats.org/drawingml/2006/main" name="PoliTO Layout Generico TITOLO BLU">
  <a:themeElements>
    <a:clrScheme name="PoliTO">
      <a:dk1>
        <a:srgbClr val="00284B"/>
      </a:dk1>
      <a:lt1>
        <a:srgbClr val="FFFFFF"/>
      </a:lt1>
      <a:dk2>
        <a:srgbClr val="00284B"/>
      </a:dk2>
      <a:lt2>
        <a:srgbClr val="FFFFFF"/>
      </a:lt2>
      <a:accent1>
        <a:srgbClr val="185A7D"/>
      </a:accent1>
      <a:accent2>
        <a:srgbClr val="028FBE"/>
      </a:accent2>
      <a:accent3>
        <a:srgbClr val="EF7B00"/>
      </a:accent3>
      <a:accent4>
        <a:srgbClr val="FFC743"/>
      </a:accent4>
      <a:accent5>
        <a:srgbClr val="038375"/>
      </a:accent5>
      <a:accent6>
        <a:srgbClr val="8DD4BD"/>
      </a:accent6>
      <a:hlink>
        <a:srgbClr val="839794"/>
      </a:hlink>
      <a:folHlink>
        <a:srgbClr val="B6B0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a81e97-3df0-4359-b196-e83559a21ea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73DB14A085E7041B63C7B8AD307270D" ma:contentTypeVersion="13" ma:contentTypeDescription="Creare un nuovo documento." ma:contentTypeScope="" ma:versionID="e33a041e3355aeb68f456a65d7585748">
  <xsd:schema xmlns:xsd="http://www.w3.org/2001/XMLSchema" xmlns:xs="http://www.w3.org/2001/XMLSchema" xmlns:p="http://schemas.microsoft.com/office/2006/metadata/properties" xmlns:ns2="1ba81e97-3df0-4359-b196-e83559a21ea2" xmlns:ns3="dd434550-8bf0-4708-a74b-e392f8ed5109" targetNamespace="http://schemas.microsoft.com/office/2006/metadata/properties" ma:root="true" ma:fieldsID="c4653c78e5b17ff3fd82fe73f9388e30" ns2:_="" ns3:_="">
    <xsd:import namespace="1ba81e97-3df0-4359-b196-e83559a21ea2"/>
    <xsd:import namespace="dd434550-8bf0-4708-a74b-e392f8ed51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a81e97-3df0-4359-b196-e83559a21e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01d839f4-5e4e-4afa-85c1-b6ecef325b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434550-8bf0-4708-a74b-e392f8ed510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51166C-368E-4168-9903-FDB3FBD33FE5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dd434550-8bf0-4708-a74b-e392f8ed5109"/>
    <ds:schemaRef ds:uri="http://purl.org/dc/dcmitype/"/>
    <ds:schemaRef ds:uri="http://purl.org/dc/terms/"/>
    <ds:schemaRef ds:uri="http://purl.org/dc/elements/1.1/"/>
    <ds:schemaRef ds:uri="1ba81e97-3df0-4359-b196-e83559a21ea2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4970621-56F9-48C4-9645-D5ADDB4506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11821D-BAD7-4C81-9E6D-66AA8E9579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a81e97-3df0-4359-b196-e83559a21ea2"/>
    <ds:schemaRef ds:uri="dd434550-8bf0-4708-a74b-e392f8ed51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Microsoft Office PowerPoint</Application>
  <PresentationFormat>Widescreen</PresentationFormat>
  <Paragraphs>84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PoliTO Layout Generico TITOLO BLU</vt:lpstr>
      <vt:lpstr>PowerPoint Presentation</vt:lpstr>
      <vt:lpstr>State of the Art and Motivation</vt:lpstr>
      <vt:lpstr>The proposed solution: Automated Mitigation </vt:lpstr>
      <vt:lpstr>PowerPoint Presentation</vt:lpstr>
      <vt:lpstr>PowerPoint Presentation</vt:lpstr>
      <vt:lpstr>Input Preparation</vt:lpstr>
      <vt:lpstr>Firewall Configuration Translation and Deployment</vt:lpstr>
      <vt:lpstr>Attack Detection</vt:lpstr>
      <vt:lpstr>Policy Extraction </vt:lpstr>
      <vt:lpstr>Policy Extraction </vt:lpstr>
      <vt:lpstr>Firewall Reconfiguration Computation</vt:lpstr>
      <vt:lpstr>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Francesco  Pizzato</dc:creator>
  <cp:lastModifiedBy>Francesco  Pizzato</cp:lastModifiedBy>
  <cp:revision>187</cp:revision>
  <dcterms:created xsi:type="dcterms:W3CDTF">2025-01-19T07:43:56Z</dcterms:created>
  <dcterms:modified xsi:type="dcterms:W3CDTF">2025-10-29T11:33:13Z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0x010100D73DB14A085E7041B63C7B8AD307270D</vt:lpwstr>
  </property>
  <property fmtid="{D5CDD505-2E9C-101B-9397-08002B2CF9AE}" pid="3" name="MediaServiceImageTags">
    <vt:lpwstr/>
  </property>
</Properties>
</file>